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9"/>
  </p:notesMasterIdLst>
  <p:sldIdLst>
    <p:sldId id="256" r:id="rId2"/>
    <p:sldId id="287" r:id="rId3"/>
    <p:sldId id="257" r:id="rId4"/>
    <p:sldId id="277" r:id="rId5"/>
    <p:sldId id="263" r:id="rId6"/>
    <p:sldId id="260" r:id="rId7"/>
    <p:sldId id="293" r:id="rId8"/>
    <p:sldId id="270" r:id="rId9"/>
    <p:sldId id="271" r:id="rId10"/>
    <p:sldId id="272" r:id="rId11"/>
    <p:sldId id="294" r:id="rId12"/>
    <p:sldId id="278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</p:sldIdLst>
  <p:sldSz cx="9144000" cy="5143500" type="screen16x9"/>
  <p:notesSz cx="6858000" cy="9144000"/>
  <p:embeddedFontLst>
    <p:embeddedFont>
      <p:font typeface="Livvic" pitchFamily="2" charset="0"/>
      <p:regular r:id="rId30"/>
      <p:bold r:id="rId31"/>
      <p:italic r:id="rId32"/>
      <p:boldItalic r:id="rId33"/>
    </p:embeddedFont>
    <p:embeddedFont>
      <p:font typeface="Oswald" panose="00000500000000000000" pitchFamily="2" charset="0"/>
      <p:regular r:id="rId34"/>
      <p:bold r:id="rId35"/>
    </p:embeddedFont>
    <p:embeddedFont>
      <p:font typeface="Raleway" pitchFamily="2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  <p:embeddedFont>
      <p:font typeface="Roboto Condensed Light" panose="02000000000000000000" pitchFamily="2" charset="0"/>
      <p:regular r:id="rId44"/>
      <p: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EB2B81-4545-4669-8615-8E0BBE884614}">
  <a:tblStyle styleId="{7FEB2B81-4545-4669-8615-8E0BBE8846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8c1997cbf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8c1997cbf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8c1997cbfd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8c1997cbfd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93be0b746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93be0b746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8c1997cbfd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8c1997cbfd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8c1997cbf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8c1997cbf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8c2221473c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8c2221473c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ad0aeb9a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ad0aeb9a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8c1997cb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8c1997cb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593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90094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162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ad0aeb9a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ad0aeb9a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4508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8c1997cb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8c1997cb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2640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4956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069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5437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59288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ad0aeb9a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ad0aeb9a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9978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8c1997cb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8c1997cb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0770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6158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33245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7939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8c1997cb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8c1997cb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3843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67" name="Google Shape;67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72;p8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73" name="Google Shape;73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1052800" y="1689450"/>
            <a:ext cx="26172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1638300" y="2658650"/>
            <a:ext cx="2031600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2"/>
          </p:nvPr>
        </p:nvSpPr>
        <p:spPr>
          <a:xfrm>
            <a:off x="4001475" y="1440000"/>
            <a:ext cx="4422600" cy="22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82" name="Google Shape;82;p9"/>
          <p:cNvGrpSpPr/>
          <p:nvPr/>
        </p:nvGrpSpPr>
        <p:grpSpPr>
          <a:xfrm>
            <a:off x="720000" y="1013625"/>
            <a:ext cx="95400" cy="3116250"/>
            <a:chOff x="4524300" y="1013625"/>
            <a:chExt cx="95400" cy="3116250"/>
          </a:xfrm>
        </p:grpSpPr>
        <p:sp>
          <p:nvSpPr>
            <p:cNvPr id="83" name="Google Shape;83;p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1"/>
          </p:nvPr>
        </p:nvSpPr>
        <p:spPr>
          <a:xfrm>
            <a:off x="1842250" y="1618793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2"/>
          </p:nvPr>
        </p:nvSpPr>
        <p:spPr>
          <a:xfrm>
            <a:off x="1417550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2004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3"/>
          </p:nvPr>
        </p:nvSpPr>
        <p:spPr>
          <a:xfrm>
            <a:off x="1842594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4"/>
          </p:nvPr>
        </p:nvSpPr>
        <p:spPr>
          <a:xfrm>
            <a:off x="1417574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40812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5"/>
          </p:nvPr>
        </p:nvSpPr>
        <p:spPr>
          <a:xfrm>
            <a:off x="5618913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6"/>
          </p:nvPr>
        </p:nvSpPr>
        <p:spPr>
          <a:xfrm>
            <a:off x="5618975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7"/>
          </p:nvPr>
        </p:nvSpPr>
        <p:spPr>
          <a:xfrm>
            <a:off x="5618957" y="1618793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8"/>
          </p:nvPr>
        </p:nvSpPr>
        <p:spPr>
          <a:xfrm>
            <a:off x="5619026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2004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6" name="Google Shape;216;p18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17" name="Google Shape;217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8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23" name="Google Shape;223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>
            <a:spLocks noGrp="1"/>
          </p:cNvSpPr>
          <p:nvPr>
            <p:ph type="subTitle" idx="1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subTitle" idx="2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subTitle" idx="3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subTitle" idx="4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1"/>
          <p:cNvSpPr txBox="1">
            <a:spLocks noGrp="1"/>
          </p:cNvSpPr>
          <p:nvPr>
            <p:ph type="subTitle" idx="5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1"/>
          <p:cNvSpPr txBox="1">
            <a:spLocks noGrp="1"/>
          </p:cNvSpPr>
          <p:nvPr>
            <p:ph type="subTitle" idx="6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32101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1"/>
          <p:cNvSpPr txBox="1">
            <a:spLocks noGrp="1"/>
          </p:cNvSpPr>
          <p:nvPr>
            <p:ph type="subTitle" idx="7"/>
          </p:nvPr>
        </p:nvSpPr>
        <p:spPr>
          <a:xfrm>
            <a:off x="1410963" y="355308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subTitle" idx="8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1"/>
          <p:cNvSpPr txBox="1">
            <a:spLocks noGrp="1"/>
          </p:cNvSpPr>
          <p:nvPr>
            <p:ph type="subTitle" idx="9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subTitle" idx="13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subTitle" idx="14"/>
          </p:nvPr>
        </p:nvSpPr>
        <p:spPr>
          <a:xfrm>
            <a:off x="5415963" y="355308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15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2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98" name="Google Shape;298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2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304" name="Google Shape;304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2"/>
          <p:cNvGrpSpPr/>
          <p:nvPr/>
        </p:nvGrpSpPr>
        <p:grpSpPr>
          <a:xfrm>
            <a:off x="-9" y="1669058"/>
            <a:ext cx="2781383" cy="1805382"/>
            <a:chOff x="8024127" y="984378"/>
            <a:chExt cx="2502369" cy="1624275"/>
          </a:xfrm>
        </p:grpSpPr>
        <p:sp>
          <p:nvSpPr>
            <p:cNvPr id="311" name="Google Shape;311;p22"/>
            <p:cNvSpPr/>
            <p:nvPr/>
          </p:nvSpPr>
          <p:spPr>
            <a:xfrm>
              <a:off x="8647339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8759904" y="2562003"/>
              <a:ext cx="65680" cy="30106"/>
            </a:xfrm>
            <a:custGeom>
              <a:avLst/>
              <a:gdLst/>
              <a:ahLst/>
              <a:cxnLst/>
              <a:rect l="l" t="t" r="r" b="b"/>
              <a:pathLst>
                <a:path w="2258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8872440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0089400" y="2205025"/>
              <a:ext cx="25" cy="50050"/>
            </a:xfrm>
            <a:custGeom>
              <a:avLst/>
              <a:gdLst/>
              <a:ahLst/>
              <a:cxnLst/>
              <a:rect l="l" t="t" r="r" b="b"/>
              <a:pathLst>
                <a:path w="1" h="2002" extrusionOk="0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8024127" y="984378"/>
              <a:ext cx="2502369" cy="1624275"/>
            </a:xfrm>
            <a:custGeom>
              <a:avLst/>
              <a:gdLst/>
              <a:ahLst/>
              <a:cxnLst/>
              <a:rect l="l" t="t" r="r" b="b"/>
              <a:pathLst>
                <a:path w="86029" h="55841" extrusionOk="0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8024127" y="984378"/>
              <a:ext cx="2502369" cy="262020"/>
            </a:xfrm>
            <a:custGeom>
              <a:avLst/>
              <a:gdLst/>
              <a:ahLst/>
              <a:cxnLst/>
              <a:rect l="l" t="t" r="r" b="b"/>
              <a:pathLst>
                <a:path w="86029" h="9008" extrusionOk="0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8125057" y="1324952"/>
              <a:ext cx="2305388" cy="1198318"/>
            </a:xfrm>
            <a:custGeom>
              <a:avLst/>
              <a:gdLst/>
              <a:ahLst/>
              <a:cxnLst/>
              <a:rect l="l" t="t" r="r" b="b"/>
              <a:pathLst>
                <a:path w="79257" h="41197" extrusionOk="0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8191986" y="1394818"/>
              <a:ext cx="54365" cy="110620"/>
            </a:xfrm>
            <a:custGeom>
              <a:avLst/>
              <a:gdLst/>
              <a:ahLst/>
              <a:cxnLst/>
              <a:rect l="l" t="t" r="r" b="b"/>
              <a:pathLst>
                <a:path w="1869" h="3803" fill="none" extrusionOk="0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8385062" y="1394818"/>
              <a:ext cx="55354" cy="110620"/>
            </a:xfrm>
            <a:custGeom>
              <a:avLst/>
              <a:gdLst/>
              <a:ahLst/>
              <a:cxnLst/>
              <a:rect l="l" t="t" r="r" b="b"/>
              <a:pathLst>
                <a:path w="1903" h="3803" fill="none" extrusionOk="0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292887" y="1394818"/>
              <a:ext cx="43689" cy="120335"/>
            </a:xfrm>
            <a:custGeom>
              <a:avLst/>
              <a:gdLst/>
              <a:ahLst/>
              <a:cxnLst/>
              <a:rect l="l" t="t" r="r" b="b"/>
              <a:pathLst>
                <a:path w="1502" h="4137" fill="none" extrusionOk="0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8483055" y="1500548"/>
              <a:ext cx="31095" cy="31095"/>
            </a:xfrm>
            <a:custGeom>
              <a:avLst/>
              <a:gdLst/>
              <a:ahLst/>
              <a:cxnLst/>
              <a:rect l="l" t="t" r="r" b="b"/>
              <a:pathLst>
                <a:path w="1069" h="1069" extrusionOk="0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8528666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8593674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8219152" y="1627656"/>
              <a:ext cx="1656300" cy="29"/>
            </a:xfrm>
            <a:custGeom>
              <a:avLst/>
              <a:gdLst/>
              <a:ahLst/>
              <a:cxnLst/>
              <a:rect l="l" t="t" r="r" b="b"/>
              <a:pathLst>
                <a:path w="56942" h="1" fill="none" extrusionOk="0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9975312" y="1627656"/>
              <a:ext cx="128101" cy="29"/>
            </a:xfrm>
            <a:custGeom>
              <a:avLst/>
              <a:gdLst/>
              <a:ahLst/>
              <a:cxnLst/>
              <a:rect l="l" t="t" r="r" b="b"/>
              <a:pathLst>
                <a:path w="4404" h="1" fill="none" extrusionOk="0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0174205" y="1627656"/>
              <a:ext cx="163035" cy="29"/>
            </a:xfrm>
            <a:custGeom>
              <a:avLst/>
              <a:gdLst/>
              <a:ahLst/>
              <a:cxnLst/>
              <a:rect l="l" t="t" r="r" b="b"/>
              <a:pathLst>
                <a:path w="5605" h="1" fill="none" extrusionOk="0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8219152" y="1757673"/>
              <a:ext cx="1036300" cy="29"/>
            </a:xfrm>
            <a:custGeom>
              <a:avLst/>
              <a:gdLst/>
              <a:ahLst/>
              <a:cxnLst/>
              <a:rect l="l" t="t" r="r" b="b"/>
              <a:pathLst>
                <a:path w="35627" h="1" fill="none" extrusionOk="0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9408676" y="1757673"/>
              <a:ext cx="186335" cy="29"/>
            </a:xfrm>
            <a:custGeom>
              <a:avLst/>
              <a:gdLst/>
              <a:ahLst/>
              <a:cxnLst/>
              <a:rect l="l" t="t" r="r" b="b"/>
              <a:pathLst>
                <a:path w="6406" h="1" fill="none" extrusionOk="0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9090440" y="1832396"/>
              <a:ext cx="504581" cy="29"/>
            </a:xfrm>
            <a:custGeom>
              <a:avLst/>
              <a:gdLst/>
              <a:ahLst/>
              <a:cxnLst/>
              <a:rect l="l" t="t" r="r" b="b"/>
              <a:pathLst>
                <a:path w="17347" h="1" fill="none" extrusionOk="0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8919673" y="1832396"/>
              <a:ext cx="101923" cy="29"/>
            </a:xfrm>
            <a:custGeom>
              <a:avLst/>
              <a:gdLst/>
              <a:ahLst/>
              <a:cxnLst/>
              <a:rect l="l" t="t" r="r" b="b"/>
              <a:pathLst>
                <a:path w="3504" h="1" fill="none" extrusionOk="0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8737271" y="1832396"/>
              <a:ext cx="101894" cy="29"/>
            </a:xfrm>
            <a:custGeom>
              <a:avLst/>
              <a:gdLst/>
              <a:ahLst/>
              <a:cxnLst/>
              <a:rect l="l" t="t" r="r" b="b"/>
              <a:pathLst>
                <a:path w="3503" h="1" fill="none" extrusionOk="0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8555829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8373428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8373428" y="1923582"/>
              <a:ext cx="1570900" cy="29"/>
            </a:xfrm>
            <a:custGeom>
              <a:avLst/>
              <a:gdLst/>
              <a:ahLst/>
              <a:cxnLst/>
              <a:rect l="l" t="t" r="r" b="b"/>
              <a:pathLst>
                <a:path w="54006" h="1" fill="none" extrusionOk="0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8219152" y="1832396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8219152" y="1923582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8219152" y="2014798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8219152" y="2105984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10039331" y="1923582"/>
              <a:ext cx="216411" cy="29"/>
            </a:xfrm>
            <a:custGeom>
              <a:avLst/>
              <a:gdLst/>
              <a:ahLst/>
              <a:cxnLst/>
              <a:rect l="l" t="t" r="r" b="b"/>
              <a:pathLst>
                <a:path w="7440" h="1" fill="none" extrusionOk="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8369559" y="2014798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8369559" y="2107933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8369559" y="2202057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8369559" y="2295192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9090440" y="2295192"/>
              <a:ext cx="884929" cy="29"/>
            </a:xfrm>
            <a:custGeom>
              <a:avLst/>
              <a:gdLst/>
              <a:ahLst/>
              <a:cxnLst/>
              <a:rect l="l" t="t" r="r" b="b"/>
              <a:pathLst>
                <a:path w="30423" h="1" fill="none" extrusionOk="0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9615336" y="2202057"/>
              <a:ext cx="360016" cy="29"/>
            </a:xfrm>
            <a:custGeom>
              <a:avLst/>
              <a:gdLst/>
              <a:ahLst/>
              <a:cxnLst/>
              <a:rect l="l" t="t" r="r" b="b"/>
              <a:pathLst>
                <a:path w="12377" h="1" fill="none" extrusionOk="0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9832671" y="2105984"/>
              <a:ext cx="142674" cy="29"/>
            </a:xfrm>
            <a:custGeom>
              <a:avLst/>
              <a:gdLst/>
              <a:ahLst/>
              <a:cxnLst/>
              <a:rect l="l" t="t" r="r" b="b"/>
              <a:pathLst>
                <a:path w="4905" h="1" fill="none" extrusionOk="0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22"/>
          <p:cNvGrpSpPr/>
          <p:nvPr/>
        </p:nvGrpSpPr>
        <p:grpSpPr>
          <a:xfrm flipH="1">
            <a:off x="7058589" y="1071875"/>
            <a:ext cx="2085403" cy="2999739"/>
            <a:chOff x="7435625" y="1209875"/>
            <a:chExt cx="1470250" cy="2114875"/>
          </a:xfrm>
        </p:grpSpPr>
        <p:sp>
          <p:nvSpPr>
            <p:cNvPr id="348" name="Google Shape;348;p22"/>
            <p:cNvSpPr/>
            <p:nvPr/>
          </p:nvSpPr>
          <p:spPr>
            <a:xfrm>
              <a:off x="765827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7494000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782172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970175" y="3087075"/>
              <a:ext cx="106775" cy="109250"/>
            </a:xfrm>
            <a:custGeom>
              <a:avLst/>
              <a:gdLst/>
              <a:ahLst/>
              <a:cxnLst/>
              <a:rect l="l" t="t" r="r" b="b"/>
              <a:pathLst>
                <a:path w="4271" h="4370" extrusionOk="0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970175" y="3087075"/>
              <a:ext cx="106775" cy="106750"/>
            </a:xfrm>
            <a:custGeom>
              <a:avLst/>
              <a:gdLst/>
              <a:ahLst/>
              <a:cxnLst/>
              <a:rect l="l" t="t" r="r" b="b"/>
              <a:pathLst>
                <a:path w="4271" h="4270" extrusionOk="0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7980175" y="3096250"/>
              <a:ext cx="87600" cy="88400"/>
            </a:xfrm>
            <a:custGeom>
              <a:avLst/>
              <a:gdLst/>
              <a:ahLst/>
              <a:cxnLst/>
              <a:rect l="l" t="t" r="r" b="b"/>
              <a:pathLst>
                <a:path w="3504" h="3536" extrusionOk="0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7980175" y="3139600"/>
              <a:ext cx="87600" cy="45050"/>
            </a:xfrm>
            <a:custGeom>
              <a:avLst/>
              <a:gdLst/>
              <a:ahLst/>
              <a:cxnLst/>
              <a:rect l="l" t="t" r="r" b="b"/>
              <a:pathLst>
                <a:path w="3504" h="1802" extrusionOk="0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63160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75335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7478150" y="2827700"/>
              <a:ext cx="664675" cy="30900"/>
            </a:xfrm>
            <a:custGeom>
              <a:avLst/>
              <a:gdLst/>
              <a:ahLst/>
              <a:cxnLst/>
              <a:rect l="l" t="t" r="r" b="b"/>
              <a:pathLst>
                <a:path w="26587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7977675" y="2891100"/>
              <a:ext cx="130125" cy="31700"/>
            </a:xfrm>
            <a:custGeom>
              <a:avLst/>
              <a:gdLst/>
              <a:ahLst/>
              <a:cxnLst/>
              <a:rect l="l" t="t" r="r" b="b"/>
              <a:pathLst>
                <a:path w="5205" h="1268" extrusionOk="0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7840925" y="2891100"/>
              <a:ext cx="117600" cy="31700"/>
            </a:xfrm>
            <a:custGeom>
              <a:avLst/>
              <a:gdLst/>
              <a:ahLst/>
              <a:cxnLst/>
              <a:rect l="l" t="t" r="r" b="b"/>
              <a:pathLst>
                <a:path w="4704" h="1268" extrusionOk="0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7735850" y="2445775"/>
              <a:ext cx="619625" cy="520400"/>
            </a:xfrm>
            <a:custGeom>
              <a:avLst/>
              <a:gdLst/>
              <a:ahLst/>
              <a:cxnLst/>
              <a:rect l="l" t="t" r="r" b="b"/>
              <a:pathLst>
                <a:path w="24785" h="20816" extrusionOk="0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7435625" y="1671050"/>
              <a:ext cx="1062450" cy="1653700"/>
            </a:xfrm>
            <a:custGeom>
              <a:avLst/>
              <a:gdLst/>
              <a:ahLst/>
              <a:cxnLst/>
              <a:rect l="l" t="t" r="r" b="b"/>
              <a:pathLst>
                <a:path w="42498" h="66148" extrusionOk="0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435625" y="1671050"/>
              <a:ext cx="1062450" cy="150125"/>
            </a:xfrm>
            <a:custGeom>
              <a:avLst/>
              <a:gdLst/>
              <a:ahLst/>
              <a:cxnLst/>
              <a:rect l="l" t="t" r="r" b="b"/>
              <a:pathLst>
                <a:path w="42498" h="6005" extrusionOk="0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7493175" y="1866200"/>
              <a:ext cx="949850" cy="1409350"/>
            </a:xfrm>
            <a:custGeom>
              <a:avLst/>
              <a:gdLst/>
              <a:ahLst/>
              <a:cxnLst/>
              <a:rect l="l" t="t" r="r" b="b"/>
              <a:pathLst>
                <a:path w="37994" h="56374" extrusionOk="0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7725000" y="1721075"/>
              <a:ext cx="50900" cy="25900"/>
            </a:xfrm>
            <a:custGeom>
              <a:avLst/>
              <a:gdLst/>
              <a:ahLst/>
              <a:cxnLst/>
              <a:rect l="l" t="t" r="r" b="b"/>
              <a:pathLst>
                <a:path w="2036" h="1036" extrusionOk="0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7539025" y="2031300"/>
              <a:ext cx="674675" cy="15875"/>
            </a:xfrm>
            <a:custGeom>
              <a:avLst/>
              <a:gdLst/>
              <a:ahLst/>
              <a:cxnLst/>
              <a:rect l="l" t="t" r="r" b="b"/>
              <a:pathLst>
                <a:path w="2698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8255375" y="2031300"/>
              <a:ext cx="65075" cy="15875"/>
            </a:xfrm>
            <a:custGeom>
              <a:avLst/>
              <a:gdLst/>
              <a:ahLst/>
              <a:cxnLst/>
              <a:rect l="l" t="t" r="r" b="b"/>
              <a:pathLst>
                <a:path w="2603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345450" y="2031300"/>
              <a:ext cx="52550" cy="15875"/>
            </a:xfrm>
            <a:custGeom>
              <a:avLst/>
              <a:gdLst/>
              <a:ahLst/>
              <a:cxnLst/>
              <a:rect l="l" t="t" r="r" b="b"/>
              <a:pathLst>
                <a:path w="2102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7539025" y="2105525"/>
              <a:ext cx="386150" cy="15875"/>
            </a:xfrm>
            <a:custGeom>
              <a:avLst/>
              <a:gdLst/>
              <a:ahLst/>
              <a:cxnLst/>
              <a:rect l="l" t="t" r="r" b="b"/>
              <a:pathLst>
                <a:path w="15446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31800" y="2105525"/>
              <a:ext cx="121800" cy="15875"/>
            </a:xfrm>
            <a:custGeom>
              <a:avLst/>
              <a:gdLst/>
              <a:ahLst/>
              <a:cxnLst/>
              <a:rect l="l" t="t" r="r" b="b"/>
              <a:pathLst>
                <a:path w="4872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971850" y="2148050"/>
              <a:ext cx="81750" cy="16700"/>
            </a:xfrm>
            <a:custGeom>
              <a:avLst/>
              <a:gdLst/>
              <a:ahLst/>
              <a:cxnLst/>
              <a:rect l="l" t="t" r="r" b="b"/>
              <a:pathLst>
                <a:path w="3270" h="668" extrusionOk="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7931800" y="2148050"/>
              <a:ext cx="24225" cy="16700"/>
            </a:xfrm>
            <a:custGeom>
              <a:avLst/>
              <a:gdLst/>
              <a:ahLst/>
              <a:cxnLst/>
              <a:rect l="l" t="t" r="r" b="b"/>
              <a:pathLst>
                <a:path w="969" h="668" extrusionOk="0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7835900" y="2148050"/>
              <a:ext cx="73425" cy="16700"/>
            </a:xfrm>
            <a:custGeom>
              <a:avLst/>
              <a:gdLst/>
              <a:ahLst/>
              <a:cxnLst/>
              <a:rect l="l" t="t" r="r" b="b"/>
              <a:pathLst>
                <a:path w="2937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773167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762742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7627425" y="2200600"/>
              <a:ext cx="626300" cy="15875"/>
            </a:xfrm>
            <a:custGeom>
              <a:avLst/>
              <a:gdLst/>
              <a:ahLst/>
              <a:cxnLst/>
              <a:rect l="l" t="t" r="r" b="b"/>
              <a:pathLst>
                <a:path w="25052" h="635" extrusionOk="0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539025" y="214805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7539025" y="2200600"/>
              <a:ext cx="37550" cy="15875"/>
            </a:xfrm>
            <a:custGeom>
              <a:avLst/>
              <a:gdLst/>
              <a:ahLst/>
              <a:cxnLst/>
              <a:rect l="l" t="t" r="r" b="b"/>
              <a:pathLst>
                <a:path w="1502" h="635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539025" y="225230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7539025" y="2304850"/>
              <a:ext cx="37550" cy="15850"/>
            </a:xfrm>
            <a:custGeom>
              <a:avLst/>
              <a:gdLst/>
              <a:ahLst/>
              <a:cxnLst/>
              <a:rect l="l" t="t" r="r" b="b"/>
              <a:pathLst>
                <a:path w="1502" h="634" extrusionOk="0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8292075" y="2200600"/>
              <a:ext cx="91750" cy="15875"/>
            </a:xfrm>
            <a:custGeom>
              <a:avLst/>
              <a:gdLst/>
              <a:ahLst/>
              <a:cxnLst/>
              <a:rect l="l" t="t" r="r" b="b"/>
              <a:pathLst>
                <a:path w="3670" h="635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7624925" y="2252300"/>
              <a:ext cx="264375" cy="16700"/>
            </a:xfrm>
            <a:custGeom>
              <a:avLst/>
              <a:gdLst/>
              <a:ahLst/>
              <a:cxnLst/>
              <a:rect l="l" t="t" r="r" b="b"/>
              <a:pathLst>
                <a:path w="10575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7971850" y="2412425"/>
              <a:ext cx="299400" cy="16700"/>
            </a:xfrm>
            <a:custGeom>
              <a:avLst/>
              <a:gdLst/>
              <a:ahLst/>
              <a:cxnLst/>
              <a:rect l="l" t="t" r="r" b="b"/>
              <a:pathLst>
                <a:path w="11976" h="668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8049400" y="2359050"/>
              <a:ext cx="221850" cy="16700"/>
            </a:xfrm>
            <a:custGeom>
              <a:avLst/>
              <a:gdLst/>
              <a:ahLst/>
              <a:cxnLst/>
              <a:rect l="l" t="t" r="r" b="b"/>
              <a:pathLst>
                <a:path w="8874" h="668" extrusionOk="0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8173650" y="2304850"/>
              <a:ext cx="97600" cy="15850"/>
            </a:xfrm>
            <a:custGeom>
              <a:avLst/>
              <a:gdLst/>
              <a:ahLst/>
              <a:cxnLst/>
              <a:rect l="l" t="t" r="r" b="b"/>
              <a:pathLst>
                <a:path w="3904" h="634" extrusionOk="0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7539025" y="1958750"/>
              <a:ext cx="312750" cy="15875"/>
            </a:xfrm>
            <a:custGeom>
              <a:avLst/>
              <a:gdLst/>
              <a:ahLst/>
              <a:cxnLst/>
              <a:rect l="l" t="t" r="r" b="b"/>
              <a:pathLst>
                <a:path w="1251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539025" y="2539175"/>
              <a:ext cx="505400" cy="16700"/>
            </a:xfrm>
            <a:custGeom>
              <a:avLst/>
              <a:gdLst/>
              <a:ahLst/>
              <a:cxnLst/>
              <a:rect l="l" t="t" r="r" b="b"/>
              <a:pathLst>
                <a:path w="20216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539025" y="2603375"/>
              <a:ext cx="505400" cy="16725"/>
            </a:xfrm>
            <a:custGeom>
              <a:avLst/>
              <a:gdLst/>
              <a:ahLst/>
              <a:cxnLst/>
              <a:rect l="l" t="t" r="r" b="b"/>
              <a:pathLst>
                <a:path w="20216" h="669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539025" y="2667600"/>
              <a:ext cx="504550" cy="16700"/>
            </a:xfrm>
            <a:custGeom>
              <a:avLst/>
              <a:gdLst/>
              <a:ahLst/>
              <a:cxnLst/>
              <a:rect l="l" t="t" r="r" b="b"/>
              <a:pathLst>
                <a:path w="20182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539025" y="3051200"/>
              <a:ext cx="504550" cy="15875"/>
            </a:xfrm>
            <a:custGeom>
              <a:avLst/>
              <a:gdLst/>
              <a:ahLst/>
              <a:cxnLst/>
              <a:rect l="l" t="t" r="r" b="b"/>
              <a:pathLst>
                <a:path w="20182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998525" y="2464950"/>
              <a:ext cx="150125" cy="15875"/>
            </a:xfrm>
            <a:custGeom>
              <a:avLst/>
              <a:gdLst/>
              <a:ahLst/>
              <a:cxnLst/>
              <a:rect l="l" t="t" r="r" b="b"/>
              <a:pathLst>
                <a:path w="6005" h="635" extrusionOk="0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8197825" y="2464950"/>
              <a:ext cx="200175" cy="15875"/>
            </a:xfrm>
            <a:custGeom>
              <a:avLst/>
              <a:gdLst/>
              <a:ahLst/>
              <a:cxnLst/>
              <a:rect l="l" t="t" r="r" b="b"/>
              <a:pathLst>
                <a:path w="800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197825" y="2539175"/>
              <a:ext cx="200175" cy="16700"/>
            </a:xfrm>
            <a:custGeom>
              <a:avLst/>
              <a:gdLst/>
              <a:ahLst/>
              <a:cxnLst/>
              <a:rect l="l" t="t" r="r" b="b"/>
              <a:pathLst>
                <a:path w="8007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539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539025" y="3197150"/>
              <a:ext cx="76750" cy="16700"/>
            </a:xfrm>
            <a:custGeom>
              <a:avLst/>
              <a:gdLst/>
              <a:ahLst/>
              <a:cxnLst/>
              <a:rect l="l" t="t" r="r" b="b"/>
              <a:pathLst>
                <a:path w="3070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7635775" y="3197150"/>
              <a:ext cx="469525" cy="16700"/>
            </a:xfrm>
            <a:custGeom>
              <a:avLst/>
              <a:gdLst/>
              <a:ahLst/>
              <a:cxnLst/>
              <a:rect l="l" t="t" r="r" b="b"/>
              <a:pathLst>
                <a:path w="18781" h="668" extrusionOk="0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7657450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775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7893450" y="3148775"/>
              <a:ext cx="75925" cy="15875"/>
            </a:xfrm>
            <a:custGeom>
              <a:avLst/>
              <a:gdLst/>
              <a:ahLst/>
              <a:cxnLst/>
              <a:rect l="l" t="t" r="r" b="b"/>
              <a:pathLst>
                <a:path w="303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011875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8129450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247875" y="3148775"/>
              <a:ext cx="51725" cy="15875"/>
            </a:xfrm>
            <a:custGeom>
              <a:avLst/>
              <a:gdLst/>
              <a:ahLst/>
              <a:cxnLst/>
              <a:rect l="l" t="t" r="r" b="b"/>
              <a:pathLst>
                <a:path w="2069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089425" y="1209875"/>
              <a:ext cx="816450" cy="748075"/>
            </a:xfrm>
            <a:custGeom>
              <a:avLst/>
              <a:gdLst/>
              <a:ahLst/>
              <a:cxnLst/>
              <a:rect l="l" t="t" r="r" b="b"/>
              <a:pathLst>
                <a:path w="32658" h="29923" extrusionOk="0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8134450" y="1359150"/>
              <a:ext cx="729725" cy="561275"/>
            </a:xfrm>
            <a:custGeom>
              <a:avLst/>
              <a:gdLst/>
              <a:ahLst/>
              <a:cxnLst/>
              <a:rect l="l" t="t" r="r" b="b"/>
              <a:pathLst>
                <a:path w="29189" h="22451" extrusionOk="0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8169475" y="1485925"/>
              <a:ext cx="518725" cy="12525"/>
            </a:xfrm>
            <a:custGeom>
              <a:avLst/>
              <a:gdLst/>
              <a:ahLst/>
              <a:cxnLst/>
              <a:rect l="l" t="t" r="r" b="b"/>
              <a:pathLst>
                <a:path w="2074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8719875" y="1485925"/>
              <a:ext cx="50050" cy="12525"/>
            </a:xfrm>
            <a:custGeom>
              <a:avLst/>
              <a:gdLst/>
              <a:ahLst/>
              <a:cxnLst/>
              <a:rect l="l" t="t" r="r" b="b"/>
              <a:pathLst>
                <a:path w="2002" h="501" extrusionOk="0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8169475" y="1543450"/>
              <a:ext cx="296900" cy="12550"/>
            </a:xfrm>
            <a:custGeom>
              <a:avLst/>
              <a:gdLst/>
              <a:ahLst/>
              <a:cxnLst/>
              <a:rect l="l" t="t" r="r" b="b"/>
              <a:pathLst>
                <a:path w="11876" h="502" extrusionOk="0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8470525" y="1543450"/>
              <a:ext cx="94275" cy="12550"/>
            </a:xfrm>
            <a:custGeom>
              <a:avLst/>
              <a:gdLst/>
              <a:ahLst/>
              <a:cxnLst/>
              <a:rect l="l" t="t" r="r" b="b"/>
              <a:pathLst>
                <a:path w="3771" h="502" extrusionOk="0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502225" y="1576825"/>
              <a:ext cx="62575" cy="11700"/>
            </a:xfrm>
            <a:custGeom>
              <a:avLst/>
              <a:gdLst/>
              <a:ahLst/>
              <a:cxnLst/>
              <a:rect l="l" t="t" r="r" b="b"/>
              <a:pathLst>
                <a:path w="2503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471375" y="1576825"/>
              <a:ext cx="18350" cy="11700"/>
            </a:xfrm>
            <a:custGeom>
              <a:avLst/>
              <a:gdLst/>
              <a:ahLst/>
              <a:cxnLst/>
              <a:rect l="l" t="t" r="r" b="b"/>
              <a:pathLst>
                <a:path w="734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8397150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317075" y="1576825"/>
              <a:ext cx="56750" cy="11700"/>
            </a:xfrm>
            <a:custGeom>
              <a:avLst/>
              <a:gdLst/>
              <a:ahLst/>
              <a:cxnLst/>
              <a:rect l="l" t="t" r="r" b="b"/>
              <a:pathLst>
                <a:path w="2270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237025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237025" y="1616850"/>
              <a:ext cx="481200" cy="11700"/>
            </a:xfrm>
            <a:custGeom>
              <a:avLst/>
              <a:gdLst/>
              <a:ahLst/>
              <a:cxnLst/>
              <a:rect l="l" t="t" r="r" b="b"/>
              <a:pathLst>
                <a:path w="19248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169475" y="157682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169475" y="1616850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8169475" y="165687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8747400" y="1616850"/>
              <a:ext cx="70900" cy="11700"/>
            </a:xfrm>
            <a:custGeom>
              <a:avLst/>
              <a:gdLst/>
              <a:ahLst/>
              <a:cxnLst/>
              <a:rect l="l" t="t" r="r" b="b"/>
              <a:pathLst>
                <a:path w="2836" h="468" extrusionOk="0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235350" y="1656875"/>
              <a:ext cx="203525" cy="11700"/>
            </a:xfrm>
            <a:custGeom>
              <a:avLst/>
              <a:gdLst/>
              <a:ahLst/>
              <a:cxnLst/>
              <a:rect l="l" t="t" r="r" b="b"/>
              <a:pathLst>
                <a:path w="8141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502225" y="1708575"/>
              <a:ext cx="229350" cy="12525"/>
            </a:xfrm>
            <a:custGeom>
              <a:avLst/>
              <a:gdLst/>
              <a:ahLst/>
              <a:cxnLst/>
              <a:rect l="l" t="t" r="r" b="b"/>
              <a:pathLst>
                <a:path w="9174" h="501" extrusionOk="0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656500" y="1681050"/>
              <a:ext cx="75075" cy="12550"/>
            </a:xfrm>
            <a:custGeom>
              <a:avLst/>
              <a:gdLst/>
              <a:ahLst/>
              <a:cxnLst/>
              <a:rect l="l" t="t" r="r" b="b"/>
              <a:pathLst>
                <a:path w="3003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8169475" y="1430875"/>
              <a:ext cx="240200" cy="12550"/>
            </a:xfrm>
            <a:custGeom>
              <a:avLst/>
              <a:gdLst/>
              <a:ahLst/>
              <a:cxnLst/>
              <a:rect l="l" t="t" r="r" b="b"/>
              <a:pathLst>
                <a:path w="9608" h="5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8169475" y="1821150"/>
              <a:ext cx="387800" cy="11700"/>
            </a:xfrm>
            <a:custGeom>
              <a:avLst/>
              <a:gdLst/>
              <a:ahLst/>
              <a:cxnLst/>
              <a:rect l="l" t="t" r="r" b="b"/>
              <a:pathLst>
                <a:path w="15512" h="468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522225" y="1749450"/>
              <a:ext cx="115125" cy="11700"/>
            </a:xfrm>
            <a:custGeom>
              <a:avLst/>
              <a:gdLst/>
              <a:ahLst/>
              <a:cxnLst/>
              <a:rect l="l" t="t" r="r" b="b"/>
              <a:pathLst>
                <a:path w="4605" h="468" extrusionOk="0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8675675" y="1749450"/>
              <a:ext cx="153475" cy="11700"/>
            </a:xfrm>
            <a:custGeom>
              <a:avLst/>
              <a:gdLst/>
              <a:ahLst/>
              <a:cxnLst/>
              <a:rect l="l" t="t" r="r" b="b"/>
              <a:pathLst>
                <a:path w="613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8675675" y="1806150"/>
              <a:ext cx="153475" cy="12525"/>
            </a:xfrm>
            <a:custGeom>
              <a:avLst/>
              <a:gdLst/>
              <a:ahLst/>
              <a:cxnLst/>
              <a:rect l="l" t="t" r="r" b="b"/>
              <a:pathLst>
                <a:path w="613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169475" y="1860350"/>
              <a:ext cx="58400" cy="12525"/>
            </a:xfrm>
            <a:custGeom>
              <a:avLst/>
              <a:gdLst/>
              <a:ahLst/>
              <a:cxnLst/>
              <a:rect l="l" t="t" r="r" b="b"/>
              <a:pathLst>
                <a:path w="2336" h="501" extrusionOk="0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242875" y="1860350"/>
              <a:ext cx="361100" cy="12525"/>
            </a:xfrm>
            <a:custGeom>
              <a:avLst/>
              <a:gdLst/>
              <a:ahLst/>
              <a:cxnLst/>
              <a:rect l="l" t="t" r="r" b="b"/>
              <a:pathLst>
                <a:path w="14444" h="501" extrusionOk="0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8" name="Google Shape;428;p22"/>
          <p:cNvSpPr txBox="1">
            <a:spLocks noGrp="1"/>
          </p:cNvSpPr>
          <p:nvPr>
            <p:ph type="ctrTitle"/>
          </p:nvPr>
        </p:nvSpPr>
        <p:spPr>
          <a:xfrm>
            <a:off x="1887750" y="611725"/>
            <a:ext cx="5368500" cy="10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9" name="Google Shape;429;p22"/>
          <p:cNvSpPr txBox="1">
            <a:spLocks noGrp="1"/>
          </p:cNvSpPr>
          <p:nvPr>
            <p:ph type="subTitle" idx="1"/>
          </p:nvPr>
        </p:nvSpPr>
        <p:spPr>
          <a:xfrm>
            <a:off x="3044675" y="2305050"/>
            <a:ext cx="3054900" cy="10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2228550" y="4151400"/>
            <a:ext cx="4686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CREDITS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This presentation template was created by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rot="10800000" flipH="1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rot="5400000" flipH="1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rot="-5400000" flipH="1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8" r:id="rId7"/>
    <p:sldLayoutId id="2147483664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  <p15:guide id="7" pos="1667">
          <p15:clr>
            <a:srgbClr val="EA4335"/>
          </p15:clr>
        </p15:guide>
        <p15:guide id="8" pos="40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Gustavo Lopes</a:t>
            </a:r>
            <a:br>
              <a:rPr lang="pt-BR" dirty="0"/>
            </a:br>
            <a:endParaRPr lang="pt-BR" dirty="0"/>
          </a:p>
        </p:txBody>
      </p:sp>
      <p:sp>
        <p:nvSpPr>
          <p:cNvPr id="478" name="Google Shape;478;p27"/>
          <p:cNvSpPr txBox="1">
            <a:spLocks noGrp="1"/>
          </p:cNvSpPr>
          <p:nvPr>
            <p:ph type="subTitle" idx="1"/>
          </p:nvPr>
        </p:nvSpPr>
        <p:spPr>
          <a:xfrm>
            <a:off x="708647" y="2571750"/>
            <a:ext cx="40797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Analista de Sistemas | Desenvolvedor Full-Stack | .Net Core C# | Vue.Js</a:t>
            </a:r>
            <a:endParaRPr dirty="0"/>
          </a:p>
        </p:txBody>
      </p:sp>
      <p:sp>
        <p:nvSpPr>
          <p:cNvPr id="479" name="Google Shape;479;p27"/>
          <p:cNvSpPr/>
          <p:nvPr/>
        </p:nvSpPr>
        <p:spPr>
          <a:xfrm>
            <a:off x="5827391" y="2727835"/>
            <a:ext cx="2584558" cy="1618980"/>
          </a:xfrm>
          <a:custGeom>
            <a:avLst/>
            <a:gdLst/>
            <a:ahLst/>
            <a:cxnLst/>
            <a:rect l="l" t="t" r="r" b="b"/>
            <a:pathLst>
              <a:path w="98572" h="61746" extrusionOk="0">
                <a:moveTo>
                  <a:pt x="5705" y="1"/>
                </a:moveTo>
                <a:cubicBezTo>
                  <a:pt x="2569" y="1"/>
                  <a:pt x="1" y="2536"/>
                  <a:pt x="1" y="5672"/>
                </a:cubicBezTo>
                <a:lnTo>
                  <a:pt x="1" y="56074"/>
                </a:lnTo>
                <a:cubicBezTo>
                  <a:pt x="1" y="59210"/>
                  <a:pt x="2569" y="61745"/>
                  <a:pt x="5705" y="61745"/>
                </a:cubicBezTo>
                <a:lnTo>
                  <a:pt x="92867" y="61745"/>
                </a:lnTo>
                <a:cubicBezTo>
                  <a:pt x="96003" y="61745"/>
                  <a:pt x="98571" y="59210"/>
                  <a:pt x="98571" y="56074"/>
                </a:cubicBezTo>
                <a:lnTo>
                  <a:pt x="98571" y="5672"/>
                </a:lnTo>
                <a:cubicBezTo>
                  <a:pt x="98571" y="2536"/>
                  <a:pt x="96003" y="1"/>
                  <a:pt x="92867" y="1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6036442" y="2901883"/>
            <a:ext cx="2166454" cy="938519"/>
          </a:xfrm>
          <a:custGeom>
            <a:avLst/>
            <a:gdLst/>
            <a:ahLst/>
            <a:cxnLst/>
            <a:rect l="l" t="t" r="r" b="b"/>
            <a:pathLst>
              <a:path w="82626" h="35794" extrusionOk="0">
                <a:moveTo>
                  <a:pt x="2002" y="1"/>
                </a:moveTo>
                <a:cubicBezTo>
                  <a:pt x="901" y="1"/>
                  <a:pt x="0" y="868"/>
                  <a:pt x="0" y="2002"/>
                </a:cubicBezTo>
                <a:lnTo>
                  <a:pt x="0" y="33792"/>
                </a:lnTo>
                <a:cubicBezTo>
                  <a:pt x="0" y="34893"/>
                  <a:pt x="901" y="35793"/>
                  <a:pt x="2002" y="35793"/>
                </a:cubicBezTo>
                <a:lnTo>
                  <a:pt x="80624" y="35793"/>
                </a:lnTo>
                <a:cubicBezTo>
                  <a:pt x="81725" y="35793"/>
                  <a:pt x="82626" y="34893"/>
                  <a:pt x="82626" y="33792"/>
                </a:cubicBezTo>
                <a:lnTo>
                  <a:pt x="82626" y="2002"/>
                </a:lnTo>
                <a:cubicBezTo>
                  <a:pt x="82626" y="868"/>
                  <a:pt x="81725" y="1"/>
                  <a:pt x="80624" y="1"/>
                </a:cubicBezTo>
                <a:close/>
              </a:path>
            </a:pathLst>
          </a:custGeom>
          <a:solidFill>
            <a:srgbClr val="BEC0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6804345" y="351587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8"/>
                  <a:pt x="4804" y="501"/>
                </a:cubicBezTo>
                <a:lnTo>
                  <a:pt x="4804" y="401"/>
                </a:lnTo>
                <a:cubicBezTo>
                  <a:pt x="4804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6804345" y="3204513"/>
            <a:ext cx="125987" cy="13136"/>
          </a:xfrm>
          <a:custGeom>
            <a:avLst/>
            <a:gdLst/>
            <a:ahLst/>
            <a:cxnLst/>
            <a:rect l="l" t="t" r="r" b="b"/>
            <a:pathLst>
              <a:path w="4805" h="501" extrusionOk="0">
                <a:moveTo>
                  <a:pt x="401" y="1"/>
                </a:moveTo>
                <a:cubicBezTo>
                  <a:pt x="168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501"/>
                </a:cubicBezTo>
                <a:lnTo>
                  <a:pt x="4804" y="401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6804345" y="3061064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5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804345" y="3360207"/>
            <a:ext cx="125987" cy="12271"/>
          </a:xfrm>
          <a:custGeom>
            <a:avLst/>
            <a:gdLst/>
            <a:ahLst/>
            <a:cxnLst/>
            <a:rect l="l" t="t" r="r" b="b"/>
            <a:pathLst>
              <a:path w="4805" h="468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467"/>
                </a:cubicBezTo>
                <a:lnTo>
                  <a:pt x="4804" y="400"/>
                </a:lnTo>
                <a:cubicBezTo>
                  <a:pt x="4804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6288337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7"/>
          <p:cNvSpPr/>
          <p:nvPr/>
        </p:nvSpPr>
        <p:spPr>
          <a:xfrm>
            <a:off x="6804345" y="296748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4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6288337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6116020" y="3204513"/>
            <a:ext cx="299144" cy="13136"/>
          </a:xfrm>
          <a:custGeom>
            <a:avLst/>
            <a:gdLst/>
            <a:ahLst/>
            <a:cxnLst/>
            <a:rect l="l" t="t" r="r" b="b"/>
            <a:pathLst>
              <a:path w="11409" h="501" extrusionOk="0">
                <a:moveTo>
                  <a:pt x="434" y="1"/>
                </a:moveTo>
                <a:cubicBezTo>
                  <a:pt x="201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10975" y="67"/>
                </a:lnTo>
                <a:cubicBezTo>
                  <a:pt x="11209" y="67"/>
                  <a:pt x="11409" y="267"/>
                  <a:pt x="11409" y="501"/>
                </a:cubicBezTo>
                <a:lnTo>
                  <a:pt x="11409" y="401"/>
                </a:lnTo>
                <a:cubicBezTo>
                  <a:pt x="11409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6288337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6288337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6288337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7147196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7147196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7147196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697577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697577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7"/>
          <p:cNvSpPr/>
          <p:nvPr/>
        </p:nvSpPr>
        <p:spPr>
          <a:xfrm>
            <a:off x="6975771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7147196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697577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697577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7147196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34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7"/>
          <p:cNvSpPr/>
          <p:nvPr/>
        </p:nvSpPr>
        <p:spPr>
          <a:xfrm>
            <a:off x="6804345" y="3671568"/>
            <a:ext cx="814315" cy="13136"/>
          </a:xfrm>
          <a:custGeom>
            <a:avLst/>
            <a:gdLst/>
            <a:ahLst/>
            <a:cxnLst/>
            <a:rect l="l" t="t" r="r" b="b"/>
            <a:pathLst>
              <a:path w="31057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30623" y="67"/>
                </a:lnTo>
                <a:cubicBezTo>
                  <a:pt x="30856" y="67"/>
                  <a:pt x="31056" y="267"/>
                  <a:pt x="31056" y="501"/>
                </a:cubicBezTo>
                <a:lnTo>
                  <a:pt x="31056" y="401"/>
                </a:lnTo>
                <a:cubicBezTo>
                  <a:pt x="31056" y="167"/>
                  <a:pt x="30856" y="0"/>
                  <a:pt x="3062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6632054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6459763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6632054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459763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7"/>
          <p:cNvSpPr/>
          <p:nvPr/>
        </p:nvSpPr>
        <p:spPr>
          <a:xfrm>
            <a:off x="6459763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6459763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6459763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6459763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6632054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6632054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6632054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7"/>
          <p:cNvSpPr/>
          <p:nvPr/>
        </p:nvSpPr>
        <p:spPr>
          <a:xfrm>
            <a:off x="6632054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6792100" y="3891973"/>
            <a:ext cx="649889" cy="380478"/>
          </a:xfrm>
          <a:custGeom>
            <a:avLst/>
            <a:gdLst/>
            <a:ahLst/>
            <a:cxnLst/>
            <a:rect l="l" t="t" r="r" b="b"/>
            <a:pathLst>
              <a:path w="24786" h="14511" extrusionOk="0">
                <a:moveTo>
                  <a:pt x="2002" y="0"/>
                </a:moveTo>
                <a:cubicBezTo>
                  <a:pt x="901" y="0"/>
                  <a:pt x="1" y="901"/>
                  <a:pt x="1" y="2002"/>
                </a:cubicBezTo>
                <a:lnTo>
                  <a:pt x="1" y="12509"/>
                </a:lnTo>
                <a:cubicBezTo>
                  <a:pt x="1" y="13610"/>
                  <a:pt x="901" y="14511"/>
                  <a:pt x="2002" y="14511"/>
                </a:cubicBezTo>
                <a:lnTo>
                  <a:pt x="22784" y="14511"/>
                </a:lnTo>
                <a:cubicBezTo>
                  <a:pt x="23884" y="14511"/>
                  <a:pt x="24785" y="13610"/>
                  <a:pt x="24785" y="12509"/>
                </a:cubicBezTo>
                <a:lnTo>
                  <a:pt x="24785" y="2002"/>
                </a:lnTo>
                <a:cubicBezTo>
                  <a:pt x="24785" y="901"/>
                  <a:pt x="23884" y="0"/>
                  <a:pt x="22784" y="0"/>
                </a:cubicBezTo>
                <a:close/>
              </a:path>
            </a:pathLst>
          </a:custGeom>
          <a:solidFill>
            <a:srgbClr val="C1B7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6116020" y="2967485"/>
            <a:ext cx="2017786" cy="822181"/>
          </a:xfrm>
          <a:custGeom>
            <a:avLst/>
            <a:gdLst/>
            <a:ahLst/>
            <a:cxnLst/>
            <a:rect l="l" t="t" r="r" b="b"/>
            <a:pathLst>
              <a:path w="76956" h="31357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2369"/>
                </a:lnTo>
                <a:cubicBezTo>
                  <a:pt x="1" y="2603"/>
                  <a:pt x="201" y="2769"/>
                  <a:pt x="434" y="2769"/>
                </a:cubicBezTo>
                <a:lnTo>
                  <a:pt x="4437" y="2769"/>
                </a:lnTo>
                <a:cubicBezTo>
                  <a:pt x="4671" y="2769"/>
                  <a:pt x="4837" y="2603"/>
                  <a:pt x="4837" y="2369"/>
                </a:cubicBezTo>
                <a:lnTo>
                  <a:pt x="4837" y="434"/>
                </a:lnTo>
                <a:cubicBezTo>
                  <a:pt x="4837" y="201"/>
                  <a:pt x="4671" y="1"/>
                  <a:pt x="4437" y="1"/>
                </a:cubicBezTo>
                <a:close/>
                <a:moveTo>
                  <a:pt x="6972" y="1"/>
                </a:moveTo>
                <a:cubicBezTo>
                  <a:pt x="6739" y="1"/>
                  <a:pt x="6572" y="201"/>
                  <a:pt x="6572" y="434"/>
                </a:cubicBezTo>
                <a:lnTo>
                  <a:pt x="6572" y="2369"/>
                </a:lnTo>
                <a:cubicBezTo>
                  <a:pt x="6572" y="2603"/>
                  <a:pt x="6739" y="2769"/>
                  <a:pt x="6972" y="2769"/>
                </a:cubicBezTo>
                <a:lnTo>
                  <a:pt x="10975" y="2769"/>
                </a:lnTo>
                <a:cubicBezTo>
                  <a:pt x="11209" y="2769"/>
                  <a:pt x="11409" y="2603"/>
                  <a:pt x="11409" y="2369"/>
                </a:cubicBezTo>
                <a:lnTo>
                  <a:pt x="11409" y="434"/>
                </a:lnTo>
                <a:cubicBezTo>
                  <a:pt x="11409" y="201"/>
                  <a:pt x="11209" y="1"/>
                  <a:pt x="10975" y="1"/>
                </a:cubicBezTo>
                <a:close/>
                <a:moveTo>
                  <a:pt x="13544" y="1"/>
                </a:moveTo>
                <a:cubicBezTo>
                  <a:pt x="13310" y="1"/>
                  <a:pt x="13110" y="201"/>
                  <a:pt x="13110" y="434"/>
                </a:cubicBezTo>
                <a:lnTo>
                  <a:pt x="13110" y="2369"/>
                </a:lnTo>
                <a:cubicBezTo>
                  <a:pt x="13110" y="2603"/>
                  <a:pt x="13310" y="2769"/>
                  <a:pt x="13544" y="2769"/>
                </a:cubicBezTo>
                <a:lnTo>
                  <a:pt x="17547" y="2769"/>
                </a:lnTo>
                <a:cubicBezTo>
                  <a:pt x="17780" y="2769"/>
                  <a:pt x="17947" y="2603"/>
                  <a:pt x="17947" y="2369"/>
                </a:cubicBezTo>
                <a:lnTo>
                  <a:pt x="17947" y="434"/>
                </a:lnTo>
                <a:cubicBezTo>
                  <a:pt x="17947" y="201"/>
                  <a:pt x="17780" y="1"/>
                  <a:pt x="17547" y="1"/>
                </a:cubicBezTo>
                <a:close/>
                <a:moveTo>
                  <a:pt x="20082" y="1"/>
                </a:moveTo>
                <a:cubicBezTo>
                  <a:pt x="19882" y="1"/>
                  <a:pt x="19681" y="201"/>
                  <a:pt x="19681" y="434"/>
                </a:cubicBezTo>
                <a:lnTo>
                  <a:pt x="19681" y="2369"/>
                </a:lnTo>
                <a:cubicBezTo>
                  <a:pt x="19681" y="2603"/>
                  <a:pt x="19882" y="2769"/>
                  <a:pt x="20082" y="2769"/>
                </a:cubicBezTo>
                <a:lnTo>
                  <a:pt x="24085" y="2769"/>
                </a:lnTo>
                <a:cubicBezTo>
                  <a:pt x="24318" y="2769"/>
                  <a:pt x="24518" y="2603"/>
                  <a:pt x="24518" y="2369"/>
                </a:cubicBezTo>
                <a:lnTo>
                  <a:pt x="24518" y="434"/>
                </a:lnTo>
                <a:cubicBezTo>
                  <a:pt x="24518" y="201"/>
                  <a:pt x="24318" y="1"/>
                  <a:pt x="24085" y="1"/>
                </a:cubicBezTo>
                <a:close/>
                <a:moveTo>
                  <a:pt x="26653" y="1"/>
                </a:moveTo>
                <a:cubicBezTo>
                  <a:pt x="26420" y="1"/>
                  <a:pt x="26253" y="201"/>
                  <a:pt x="26253" y="434"/>
                </a:cubicBezTo>
                <a:lnTo>
                  <a:pt x="26253" y="2369"/>
                </a:lnTo>
                <a:cubicBezTo>
                  <a:pt x="26253" y="2603"/>
                  <a:pt x="26420" y="2769"/>
                  <a:pt x="26653" y="2769"/>
                </a:cubicBezTo>
                <a:lnTo>
                  <a:pt x="30656" y="2769"/>
                </a:lnTo>
                <a:cubicBezTo>
                  <a:pt x="30889" y="2769"/>
                  <a:pt x="31056" y="2603"/>
                  <a:pt x="31056" y="2369"/>
                </a:cubicBezTo>
                <a:lnTo>
                  <a:pt x="31056" y="434"/>
                </a:lnTo>
                <a:cubicBezTo>
                  <a:pt x="31056" y="201"/>
                  <a:pt x="30889" y="1"/>
                  <a:pt x="30656" y="1"/>
                </a:cubicBezTo>
                <a:close/>
                <a:moveTo>
                  <a:pt x="33224" y="1"/>
                </a:moveTo>
                <a:cubicBezTo>
                  <a:pt x="32991" y="1"/>
                  <a:pt x="32791" y="201"/>
                  <a:pt x="32791" y="434"/>
                </a:cubicBezTo>
                <a:lnTo>
                  <a:pt x="32791" y="2369"/>
                </a:lnTo>
                <a:cubicBezTo>
                  <a:pt x="32791" y="2603"/>
                  <a:pt x="32991" y="2769"/>
                  <a:pt x="33224" y="2769"/>
                </a:cubicBezTo>
                <a:lnTo>
                  <a:pt x="37194" y="2769"/>
                </a:lnTo>
                <a:cubicBezTo>
                  <a:pt x="37427" y="2769"/>
                  <a:pt x="37628" y="2603"/>
                  <a:pt x="37628" y="2369"/>
                </a:cubicBezTo>
                <a:lnTo>
                  <a:pt x="37628" y="434"/>
                </a:lnTo>
                <a:cubicBezTo>
                  <a:pt x="37628" y="201"/>
                  <a:pt x="37427" y="1"/>
                  <a:pt x="37194" y="1"/>
                </a:cubicBezTo>
                <a:close/>
                <a:moveTo>
                  <a:pt x="39762" y="1"/>
                </a:moveTo>
                <a:cubicBezTo>
                  <a:pt x="39529" y="1"/>
                  <a:pt x="39329" y="201"/>
                  <a:pt x="39329" y="434"/>
                </a:cubicBezTo>
                <a:lnTo>
                  <a:pt x="39329" y="2369"/>
                </a:lnTo>
                <a:cubicBezTo>
                  <a:pt x="39362" y="2603"/>
                  <a:pt x="39529" y="2769"/>
                  <a:pt x="39762" y="2769"/>
                </a:cubicBezTo>
                <a:lnTo>
                  <a:pt x="43765" y="2769"/>
                </a:lnTo>
                <a:cubicBezTo>
                  <a:pt x="43999" y="2769"/>
                  <a:pt x="44166" y="2603"/>
                  <a:pt x="44166" y="2369"/>
                </a:cubicBezTo>
                <a:lnTo>
                  <a:pt x="44166" y="434"/>
                </a:lnTo>
                <a:cubicBezTo>
                  <a:pt x="44166" y="201"/>
                  <a:pt x="43999" y="1"/>
                  <a:pt x="43765" y="1"/>
                </a:cubicBezTo>
                <a:close/>
                <a:moveTo>
                  <a:pt x="46334" y="1"/>
                </a:moveTo>
                <a:cubicBezTo>
                  <a:pt x="46100" y="1"/>
                  <a:pt x="45900" y="201"/>
                  <a:pt x="45900" y="434"/>
                </a:cubicBezTo>
                <a:lnTo>
                  <a:pt x="45900" y="2369"/>
                </a:lnTo>
                <a:cubicBezTo>
                  <a:pt x="45900" y="2603"/>
                  <a:pt x="46100" y="2769"/>
                  <a:pt x="46334" y="2769"/>
                </a:cubicBezTo>
                <a:lnTo>
                  <a:pt x="50337" y="2769"/>
                </a:lnTo>
                <a:cubicBezTo>
                  <a:pt x="50537" y="2769"/>
                  <a:pt x="50737" y="2603"/>
                  <a:pt x="50737" y="2369"/>
                </a:cubicBezTo>
                <a:lnTo>
                  <a:pt x="50737" y="434"/>
                </a:lnTo>
                <a:cubicBezTo>
                  <a:pt x="50737" y="201"/>
                  <a:pt x="50537" y="1"/>
                  <a:pt x="50337" y="1"/>
                </a:cubicBezTo>
                <a:close/>
                <a:moveTo>
                  <a:pt x="52872" y="1"/>
                </a:moveTo>
                <a:cubicBezTo>
                  <a:pt x="52638" y="1"/>
                  <a:pt x="52471" y="201"/>
                  <a:pt x="52471" y="434"/>
                </a:cubicBezTo>
                <a:lnTo>
                  <a:pt x="52471" y="2369"/>
                </a:lnTo>
                <a:cubicBezTo>
                  <a:pt x="52471" y="2603"/>
                  <a:pt x="52638" y="2769"/>
                  <a:pt x="52872" y="2769"/>
                </a:cubicBezTo>
                <a:lnTo>
                  <a:pt x="56875" y="2769"/>
                </a:lnTo>
                <a:cubicBezTo>
                  <a:pt x="57108" y="2769"/>
                  <a:pt x="57308" y="2603"/>
                  <a:pt x="57308" y="2369"/>
                </a:cubicBezTo>
                <a:lnTo>
                  <a:pt x="57308" y="434"/>
                </a:lnTo>
                <a:cubicBezTo>
                  <a:pt x="57308" y="201"/>
                  <a:pt x="57108" y="1"/>
                  <a:pt x="56875" y="1"/>
                </a:cubicBezTo>
                <a:close/>
                <a:moveTo>
                  <a:pt x="59443" y="1"/>
                </a:moveTo>
                <a:cubicBezTo>
                  <a:pt x="59210" y="1"/>
                  <a:pt x="59009" y="201"/>
                  <a:pt x="59009" y="434"/>
                </a:cubicBezTo>
                <a:lnTo>
                  <a:pt x="59009" y="2369"/>
                </a:lnTo>
                <a:cubicBezTo>
                  <a:pt x="59009" y="2603"/>
                  <a:pt x="59210" y="2769"/>
                  <a:pt x="59443" y="2769"/>
                </a:cubicBezTo>
                <a:lnTo>
                  <a:pt x="63446" y="2769"/>
                </a:lnTo>
                <a:cubicBezTo>
                  <a:pt x="63646" y="2769"/>
                  <a:pt x="63846" y="2603"/>
                  <a:pt x="63846" y="2369"/>
                </a:cubicBezTo>
                <a:lnTo>
                  <a:pt x="63846" y="434"/>
                </a:lnTo>
                <a:cubicBezTo>
                  <a:pt x="63846" y="201"/>
                  <a:pt x="63646" y="1"/>
                  <a:pt x="63446" y="1"/>
                </a:cubicBezTo>
                <a:close/>
                <a:moveTo>
                  <a:pt x="65981" y="1"/>
                </a:moveTo>
                <a:cubicBezTo>
                  <a:pt x="65748" y="1"/>
                  <a:pt x="65581" y="201"/>
                  <a:pt x="65581" y="434"/>
                </a:cubicBezTo>
                <a:lnTo>
                  <a:pt x="65581" y="2369"/>
                </a:lnTo>
                <a:cubicBezTo>
                  <a:pt x="65581" y="2603"/>
                  <a:pt x="65748" y="2769"/>
                  <a:pt x="65981" y="2769"/>
                </a:cubicBezTo>
                <a:lnTo>
                  <a:pt x="69984" y="2769"/>
                </a:lnTo>
                <a:cubicBezTo>
                  <a:pt x="70217" y="2769"/>
                  <a:pt x="70418" y="2603"/>
                  <a:pt x="70418" y="2369"/>
                </a:cubicBezTo>
                <a:lnTo>
                  <a:pt x="70418" y="434"/>
                </a:lnTo>
                <a:cubicBezTo>
                  <a:pt x="70418" y="201"/>
                  <a:pt x="70217" y="1"/>
                  <a:pt x="69984" y="1"/>
                </a:cubicBezTo>
                <a:close/>
                <a:moveTo>
                  <a:pt x="72552" y="1"/>
                </a:moveTo>
                <a:cubicBezTo>
                  <a:pt x="72319" y="1"/>
                  <a:pt x="72119" y="201"/>
                  <a:pt x="72119" y="434"/>
                </a:cubicBezTo>
                <a:lnTo>
                  <a:pt x="72119" y="2369"/>
                </a:lnTo>
                <a:cubicBezTo>
                  <a:pt x="72119" y="2603"/>
                  <a:pt x="72319" y="2769"/>
                  <a:pt x="72552" y="2769"/>
                </a:cubicBezTo>
                <a:lnTo>
                  <a:pt x="76555" y="2769"/>
                </a:lnTo>
                <a:cubicBezTo>
                  <a:pt x="76789" y="2769"/>
                  <a:pt x="76956" y="2603"/>
                  <a:pt x="76956" y="2369"/>
                </a:cubicBezTo>
                <a:lnTo>
                  <a:pt x="76956" y="434"/>
                </a:lnTo>
                <a:cubicBezTo>
                  <a:pt x="76956" y="201"/>
                  <a:pt x="76789" y="1"/>
                  <a:pt x="76555" y="1"/>
                </a:cubicBezTo>
                <a:close/>
                <a:moveTo>
                  <a:pt x="434" y="3570"/>
                </a:moveTo>
                <a:cubicBezTo>
                  <a:pt x="201" y="3570"/>
                  <a:pt x="1" y="3770"/>
                  <a:pt x="1" y="4004"/>
                </a:cubicBezTo>
                <a:lnTo>
                  <a:pt x="1" y="7673"/>
                </a:lnTo>
                <a:cubicBezTo>
                  <a:pt x="1" y="7906"/>
                  <a:pt x="201" y="8073"/>
                  <a:pt x="434" y="8073"/>
                </a:cubicBezTo>
                <a:lnTo>
                  <a:pt x="4437" y="8073"/>
                </a:lnTo>
                <a:cubicBezTo>
                  <a:pt x="4671" y="8073"/>
                  <a:pt x="4837" y="7906"/>
                  <a:pt x="4837" y="7673"/>
                </a:cubicBezTo>
                <a:lnTo>
                  <a:pt x="4837" y="4004"/>
                </a:lnTo>
                <a:cubicBezTo>
                  <a:pt x="4837" y="3770"/>
                  <a:pt x="4671" y="3570"/>
                  <a:pt x="4437" y="3570"/>
                </a:cubicBezTo>
                <a:close/>
                <a:moveTo>
                  <a:pt x="6972" y="3570"/>
                </a:moveTo>
                <a:cubicBezTo>
                  <a:pt x="6739" y="3570"/>
                  <a:pt x="6572" y="3770"/>
                  <a:pt x="6572" y="4004"/>
                </a:cubicBezTo>
                <a:lnTo>
                  <a:pt x="6572" y="7673"/>
                </a:lnTo>
                <a:cubicBezTo>
                  <a:pt x="6572" y="7906"/>
                  <a:pt x="6739" y="8073"/>
                  <a:pt x="6972" y="8073"/>
                </a:cubicBezTo>
                <a:lnTo>
                  <a:pt x="10975" y="8073"/>
                </a:lnTo>
                <a:cubicBezTo>
                  <a:pt x="11209" y="8073"/>
                  <a:pt x="11409" y="7906"/>
                  <a:pt x="11409" y="7673"/>
                </a:cubicBezTo>
                <a:lnTo>
                  <a:pt x="11409" y="4004"/>
                </a:lnTo>
                <a:cubicBezTo>
                  <a:pt x="11409" y="3770"/>
                  <a:pt x="11209" y="3570"/>
                  <a:pt x="10975" y="3570"/>
                </a:cubicBezTo>
                <a:close/>
                <a:moveTo>
                  <a:pt x="13544" y="3570"/>
                </a:moveTo>
                <a:cubicBezTo>
                  <a:pt x="13310" y="3570"/>
                  <a:pt x="13110" y="3770"/>
                  <a:pt x="13110" y="4004"/>
                </a:cubicBezTo>
                <a:lnTo>
                  <a:pt x="13110" y="7673"/>
                </a:lnTo>
                <a:cubicBezTo>
                  <a:pt x="13110" y="7906"/>
                  <a:pt x="13310" y="8073"/>
                  <a:pt x="13544" y="8073"/>
                </a:cubicBezTo>
                <a:lnTo>
                  <a:pt x="17547" y="8073"/>
                </a:lnTo>
                <a:cubicBezTo>
                  <a:pt x="17780" y="8073"/>
                  <a:pt x="17947" y="7906"/>
                  <a:pt x="17947" y="7673"/>
                </a:cubicBezTo>
                <a:lnTo>
                  <a:pt x="17947" y="4004"/>
                </a:lnTo>
                <a:cubicBezTo>
                  <a:pt x="17947" y="3770"/>
                  <a:pt x="17780" y="3570"/>
                  <a:pt x="17547" y="3570"/>
                </a:cubicBezTo>
                <a:close/>
                <a:moveTo>
                  <a:pt x="20082" y="3570"/>
                </a:moveTo>
                <a:cubicBezTo>
                  <a:pt x="19882" y="3570"/>
                  <a:pt x="19681" y="3770"/>
                  <a:pt x="19681" y="4004"/>
                </a:cubicBezTo>
                <a:lnTo>
                  <a:pt x="19681" y="7673"/>
                </a:lnTo>
                <a:cubicBezTo>
                  <a:pt x="19681" y="7906"/>
                  <a:pt x="19882" y="8073"/>
                  <a:pt x="20082" y="8073"/>
                </a:cubicBezTo>
                <a:lnTo>
                  <a:pt x="24085" y="8073"/>
                </a:lnTo>
                <a:cubicBezTo>
                  <a:pt x="24318" y="8073"/>
                  <a:pt x="24518" y="7906"/>
                  <a:pt x="24518" y="7673"/>
                </a:cubicBezTo>
                <a:lnTo>
                  <a:pt x="24518" y="4004"/>
                </a:lnTo>
                <a:cubicBezTo>
                  <a:pt x="24518" y="3770"/>
                  <a:pt x="24318" y="3570"/>
                  <a:pt x="24085" y="3570"/>
                </a:cubicBezTo>
                <a:close/>
                <a:moveTo>
                  <a:pt x="26653" y="3570"/>
                </a:moveTo>
                <a:cubicBezTo>
                  <a:pt x="26420" y="3570"/>
                  <a:pt x="26253" y="3770"/>
                  <a:pt x="26253" y="4004"/>
                </a:cubicBezTo>
                <a:lnTo>
                  <a:pt x="26253" y="7673"/>
                </a:lnTo>
                <a:cubicBezTo>
                  <a:pt x="26253" y="7906"/>
                  <a:pt x="26420" y="8073"/>
                  <a:pt x="26653" y="8073"/>
                </a:cubicBezTo>
                <a:lnTo>
                  <a:pt x="30656" y="8073"/>
                </a:lnTo>
                <a:cubicBezTo>
                  <a:pt x="30889" y="8073"/>
                  <a:pt x="31056" y="7906"/>
                  <a:pt x="31056" y="7673"/>
                </a:cubicBezTo>
                <a:lnTo>
                  <a:pt x="31056" y="4004"/>
                </a:lnTo>
                <a:cubicBezTo>
                  <a:pt x="31056" y="3770"/>
                  <a:pt x="30889" y="3570"/>
                  <a:pt x="30656" y="3570"/>
                </a:cubicBezTo>
                <a:close/>
                <a:moveTo>
                  <a:pt x="33224" y="3570"/>
                </a:moveTo>
                <a:cubicBezTo>
                  <a:pt x="32991" y="3570"/>
                  <a:pt x="32791" y="3770"/>
                  <a:pt x="32791" y="4004"/>
                </a:cubicBezTo>
                <a:lnTo>
                  <a:pt x="32791" y="7673"/>
                </a:lnTo>
                <a:cubicBezTo>
                  <a:pt x="32791" y="7906"/>
                  <a:pt x="32991" y="8073"/>
                  <a:pt x="33224" y="8073"/>
                </a:cubicBezTo>
                <a:lnTo>
                  <a:pt x="37194" y="8073"/>
                </a:lnTo>
                <a:cubicBezTo>
                  <a:pt x="37427" y="8073"/>
                  <a:pt x="37628" y="7906"/>
                  <a:pt x="37628" y="7673"/>
                </a:cubicBezTo>
                <a:lnTo>
                  <a:pt x="37628" y="4004"/>
                </a:lnTo>
                <a:cubicBezTo>
                  <a:pt x="37628" y="3770"/>
                  <a:pt x="37427" y="3570"/>
                  <a:pt x="37194" y="3570"/>
                </a:cubicBezTo>
                <a:close/>
                <a:moveTo>
                  <a:pt x="39762" y="3570"/>
                </a:moveTo>
                <a:cubicBezTo>
                  <a:pt x="39529" y="3570"/>
                  <a:pt x="39329" y="3770"/>
                  <a:pt x="39329" y="4004"/>
                </a:cubicBezTo>
                <a:lnTo>
                  <a:pt x="39329" y="7673"/>
                </a:lnTo>
                <a:cubicBezTo>
                  <a:pt x="39362" y="7906"/>
                  <a:pt x="39529" y="8073"/>
                  <a:pt x="39762" y="8073"/>
                </a:cubicBezTo>
                <a:lnTo>
                  <a:pt x="43765" y="8073"/>
                </a:lnTo>
                <a:cubicBezTo>
                  <a:pt x="43999" y="8073"/>
                  <a:pt x="44166" y="7906"/>
                  <a:pt x="44166" y="7673"/>
                </a:cubicBezTo>
                <a:lnTo>
                  <a:pt x="44166" y="4004"/>
                </a:lnTo>
                <a:cubicBezTo>
                  <a:pt x="44166" y="3770"/>
                  <a:pt x="43999" y="3570"/>
                  <a:pt x="43765" y="3570"/>
                </a:cubicBezTo>
                <a:close/>
                <a:moveTo>
                  <a:pt x="46334" y="3570"/>
                </a:moveTo>
                <a:cubicBezTo>
                  <a:pt x="46100" y="3570"/>
                  <a:pt x="45900" y="3770"/>
                  <a:pt x="45900" y="4004"/>
                </a:cubicBezTo>
                <a:lnTo>
                  <a:pt x="45900" y="7673"/>
                </a:lnTo>
                <a:cubicBezTo>
                  <a:pt x="45900" y="7906"/>
                  <a:pt x="46100" y="8073"/>
                  <a:pt x="46334" y="8073"/>
                </a:cubicBezTo>
                <a:lnTo>
                  <a:pt x="50337" y="8073"/>
                </a:lnTo>
                <a:cubicBezTo>
                  <a:pt x="50537" y="8073"/>
                  <a:pt x="50737" y="7906"/>
                  <a:pt x="50737" y="7673"/>
                </a:cubicBezTo>
                <a:lnTo>
                  <a:pt x="50737" y="4004"/>
                </a:lnTo>
                <a:cubicBezTo>
                  <a:pt x="50737" y="3770"/>
                  <a:pt x="50537" y="3570"/>
                  <a:pt x="50337" y="3570"/>
                </a:cubicBezTo>
                <a:close/>
                <a:moveTo>
                  <a:pt x="52872" y="3570"/>
                </a:moveTo>
                <a:cubicBezTo>
                  <a:pt x="52638" y="3570"/>
                  <a:pt x="52471" y="3770"/>
                  <a:pt x="52471" y="4004"/>
                </a:cubicBezTo>
                <a:lnTo>
                  <a:pt x="52471" y="7673"/>
                </a:lnTo>
                <a:cubicBezTo>
                  <a:pt x="52471" y="7906"/>
                  <a:pt x="52638" y="8073"/>
                  <a:pt x="52872" y="8073"/>
                </a:cubicBezTo>
                <a:lnTo>
                  <a:pt x="56875" y="8073"/>
                </a:lnTo>
                <a:cubicBezTo>
                  <a:pt x="57108" y="8073"/>
                  <a:pt x="57308" y="7906"/>
                  <a:pt x="57308" y="7673"/>
                </a:cubicBezTo>
                <a:lnTo>
                  <a:pt x="57308" y="4004"/>
                </a:lnTo>
                <a:cubicBezTo>
                  <a:pt x="57308" y="3770"/>
                  <a:pt x="57108" y="3570"/>
                  <a:pt x="56875" y="3570"/>
                </a:cubicBezTo>
                <a:close/>
                <a:moveTo>
                  <a:pt x="59443" y="3570"/>
                </a:moveTo>
                <a:cubicBezTo>
                  <a:pt x="59210" y="3570"/>
                  <a:pt x="59009" y="3770"/>
                  <a:pt x="59009" y="4004"/>
                </a:cubicBezTo>
                <a:lnTo>
                  <a:pt x="59009" y="7673"/>
                </a:lnTo>
                <a:cubicBezTo>
                  <a:pt x="59009" y="7906"/>
                  <a:pt x="59210" y="8073"/>
                  <a:pt x="59443" y="8073"/>
                </a:cubicBezTo>
                <a:lnTo>
                  <a:pt x="63446" y="8073"/>
                </a:lnTo>
                <a:cubicBezTo>
                  <a:pt x="63646" y="8073"/>
                  <a:pt x="63846" y="7906"/>
                  <a:pt x="63846" y="7673"/>
                </a:cubicBezTo>
                <a:lnTo>
                  <a:pt x="63846" y="4004"/>
                </a:lnTo>
                <a:cubicBezTo>
                  <a:pt x="63846" y="3770"/>
                  <a:pt x="63646" y="3570"/>
                  <a:pt x="63446" y="3570"/>
                </a:cubicBezTo>
                <a:close/>
                <a:moveTo>
                  <a:pt x="65981" y="3570"/>
                </a:moveTo>
                <a:cubicBezTo>
                  <a:pt x="65748" y="3570"/>
                  <a:pt x="65581" y="3770"/>
                  <a:pt x="65581" y="4004"/>
                </a:cubicBezTo>
                <a:lnTo>
                  <a:pt x="65581" y="7673"/>
                </a:lnTo>
                <a:cubicBezTo>
                  <a:pt x="65581" y="7906"/>
                  <a:pt x="65748" y="8073"/>
                  <a:pt x="65981" y="8073"/>
                </a:cubicBezTo>
                <a:lnTo>
                  <a:pt x="76555" y="8073"/>
                </a:lnTo>
                <a:cubicBezTo>
                  <a:pt x="76789" y="8073"/>
                  <a:pt x="76956" y="7906"/>
                  <a:pt x="76956" y="7673"/>
                </a:cubicBezTo>
                <a:lnTo>
                  <a:pt x="76956" y="4004"/>
                </a:lnTo>
                <a:cubicBezTo>
                  <a:pt x="76956" y="3770"/>
                  <a:pt x="76789" y="3570"/>
                  <a:pt x="76555" y="3570"/>
                </a:cubicBezTo>
                <a:close/>
                <a:moveTo>
                  <a:pt x="434" y="9041"/>
                </a:moveTo>
                <a:cubicBezTo>
                  <a:pt x="201" y="9041"/>
                  <a:pt x="1" y="9207"/>
                  <a:pt x="1" y="9441"/>
                </a:cubicBezTo>
                <a:lnTo>
                  <a:pt x="1" y="13110"/>
                </a:lnTo>
                <a:cubicBezTo>
                  <a:pt x="1" y="13344"/>
                  <a:pt x="201" y="13544"/>
                  <a:pt x="434" y="13544"/>
                </a:cubicBezTo>
                <a:lnTo>
                  <a:pt x="10975" y="13544"/>
                </a:lnTo>
                <a:cubicBezTo>
                  <a:pt x="11209" y="13544"/>
                  <a:pt x="11409" y="13344"/>
                  <a:pt x="11409" y="13110"/>
                </a:cubicBezTo>
                <a:lnTo>
                  <a:pt x="11409" y="9441"/>
                </a:lnTo>
                <a:cubicBezTo>
                  <a:pt x="11409" y="9207"/>
                  <a:pt x="11209" y="9041"/>
                  <a:pt x="10975" y="9041"/>
                </a:cubicBezTo>
                <a:close/>
                <a:moveTo>
                  <a:pt x="13544" y="9041"/>
                </a:moveTo>
                <a:cubicBezTo>
                  <a:pt x="13310" y="9041"/>
                  <a:pt x="13110" y="9207"/>
                  <a:pt x="13110" y="9441"/>
                </a:cubicBezTo>
                <a:lnTo>
                  <a:pt x="13110" y="13110"/>
                </a:lnTo>
                <a:cubicBezTo>
                  <a:pt x="13110" y="13344"/>
                  <a:pt x="13310" y="13544"/>
                  <a:pt x="13544" y="13544"/>
                </a:cubicBezTo>
                <a:lnTo>
                  <a:pt x="17547" y="13544"/>
                </a:lnTo>
                <a:cubicBezTo>
                  <a:pt x="17780" y="13544"/>
                  <a:pt x="17947" y="13344"/>
                  <a:pt x="17947" y="13110"/>
                </a:cubicBezTo>
                <a:lnTo>
                  <a:pt x="17947" y="9441"/>
                </a:lnTo>
                <a:cubicBezTo>
                  <a:pt x="17947" y="9207"/>
                  <a:pt x="17780" y="9041"/>
                  <a:pt x="17547" y="9041"/>
                </a:cubicBezTo>
                <a:close/>
                <a:moveTo>
                  <a:pt x="20082" y="9041"/>
                </a:moveTo>
                <a:cubicBezTo>
                  <a:pt x="19882" y="9041"/>
                  <a:pt x="19681" y="9207"/>
                  <a:pt x="19681" y="9441"/>
                </a:cubicBezTo>
                <a:lnTo>
                  <a:pt x="19681" y="13110"/>
                </a:lnTo>
                <a:cubicBezTo>
                  <a:pt x="19681" y="13344"/>
                  <a:pt x="19882" y="13544"/>
                  <a:pt x="20082" y="13544"/>
                </a:cubicBezTo>
                <a:lnTo>
                  <a:pt x="24085" y="13544"/>
                </a:lnTo>
                <a:cubicBezTo>
                  <a:pt x="24318" y="13544"/>
                  <a:pt x="24518" y="13344"/>
                  <a:pt x="24518" y="13110"/>
                </a:cubicBezTo>
                <a:lnTo>
                  <a:pt x="24518" y="9441"/>
                </a:lnTo>
                <a:cubicBezTo>
                  <a:pt x="24518" y="9207"/>
                  <a:pt x="24318" y="9041"/>
                  <a:pt x="24085" y="9041"/>
                </a:cubicBezTo>
                <a:close/>
                <a:moveTo>
                  <a:pt x="26653" y="9041"/>
                </a:moveTo>
                <a:cubicBezTo>
                  <a:pt x="26420" y="9041"/>
                  <a:pt x="26253" y="9207"/>
                  <a:pt x="26253" y="9441"/>
                </a:cubicBezTo>
                <a:lnTo>
                  <a:pt x="26253" y="13110"/>
                </a:lnTo>
                <a:cubicBezTo>
                  <a:pt x="26253" y="13344"/>
                  <a:pt x="26420" y="13544"/>
                  <a:pt x="26653" y="13544"/>
                </a:cubicBezTo>
                <a:lnTo>
                  <a:pt x="30656" y="13544"/>
                </a:lnTo>
                <a:cubicBezTo>
                  <a:pt x="30889" y="13544"/>
                  <a:pt x="31056" y="13344"/>
                  <a:pt x="31056" y="13110"/>
                </a:cubicBezTo>
                <a:lnTo>
                  <a:pt x="31056" y="9441"/>
                </a:lnTo>
                <a:cubicBezTo>
                  <a:pt x="31056" y="9207"/>
                  <a:pt x="30889" y="9041"/>
                  <a:pt x="30656" y="9041"/>
                </a:cubicBezTo>
                <a:close/>
                <a:moveTo>
                  <a:pt x="33224" y="9041"/>
                </a:moveTo>
                <a:cubicBezTo>
                  <a:pt x="32991" y="9041"/>
                  <a:pt x="32791" y="9207"/>
                  <a:pt x="32791" y="9441"/>
                </a:cubicBezTo>
                <a:lnTo>
                  <a:pt x="32791" y="13110"/>
                </a:lnTo>
                <a:cubicBezTo>
                  <a:pt x="32791" y="13344"/>
                  <a:pt x="32991" y="13544"/>
                  <a:pt x="33224" y="13544"/>
                </a:cubicBezTo>
                <a:lnTo>
                  <a:pt x="37194" y="13544"/>
                </a:lnTo>
                <a:cubicBezTo>
                  <a:pt x="37427" y="13544"/>
                  <a:pt x="37628" y="13344"/>
                  <a:pt x="37628" y="13110"/>
                </a:cubicBezTo>
                <a:lnTo>
                  <a:pt x="37628" y="9441"/>
                </a:lnTo>
                <a:cubicBezTo>
                  <a:pt x="37628" y="9207"/>
                  <a:pt x="37427" y="9041"/>
                  <a:pt x="37194" y="9041"/>
                </a:cubicBezTo>
                <a:close/>
                <a:moveTo>
                  <a:pt x="39762" y="9041"/>
                </a:moveTo>
                <a:cubicBezTo>
                  <a:pt x="39529" y="9041"/>
                  <a:pt x="39329" y="9207"/>
                  <a:pt x="39329" y="9441"/>
                </a:cubicBezTo>
                <a:lnTo>
                  <a:pt x="39329" y="13110"/>
                </a:lnTo>
                <a:cubicBezTo>
                  <a:pt x="39362" y="13344"/>
                  <a:pt x="39529" y="13544"/>
                  <a:pt x="39762" y="13544"/>
                </a:cubicBezTo>
                <a:lnTo>
                  <a:pt x="43765" y="13544"/>
                </a:lnTo>
                <a:cubicBezTo>
                  <a:pt x="43999" y="13544"/>
                  <a:pt x="44166" y="13344"/>
                  <a:pt x="44166" y="13110"/>
                </a:cubicBezTo>
                <a:lnTo>
                  <a:pt x="44166" y="9441"/>
                </a:lnTo>
                <a:cubicBezTo>
                  <a:pt x="44166" y="9207"/>
                  <a:pt x="43999" y="9041"/>
                  <a:pt x="43765" y="9041"/>
                </a:cubicBezTo>
                <a:close/>
                <a:moveTo>
                  <a:pt x="46334" y="9041"/>
                </a:moveTo>
                <a:cubicBezTo>
                  <a:pt x="46100" y="9041"/>
                  <a:pt x="45900" y="9207"/>
                  <a:pt x="45900" y="9441"/>
                </a:cubicBezTo>
                <a:lnTo>
                  <a:pt x="45900" y="13110"/>
                </a:lnTo>
                <a:cubicBezTo>
                  <a:pt x="45900" y="13344"/>
                  <a:pt x="46100" y="13544"/>
                  <a:pt x="46334" y="13544"/>
                </a:cubicBezTo>
                <a:lnTo>
                  <a:pt x="50337" y="13544"/>
                </a:lnTo>
                <a:cubicBezTo>
                  <a:pt x="50537" y="13544"/>
                  <a:pt x="50737" y="13344"/>
                  <a:pt x="50737" y="13110"/>
                </a:cubicBezTo>
                <a:lnTo>
                  <a:pt x="50737" y="9441"/>
                </a:lnTo>
                <a:cubicBezTo>
                  <a:pt x="50737" y="9207"/>
                  <a:pt x="50537" y="9041"/>
                  <a:pt x="50337" y="9041"/>
                </a:cubicBezTo>
                <a:close/>
                <a:moveTo>
                  <a:pt x="52872" y="9041"/>
                </a:moveTo>
                <a:cubicBezTo>
                  <a:pt x="52638" y="9041"/>
                  <a:pt x="52471" y="9207"/>
                  <a:pt x="52471" y="9441"/>
                </a:cubicBezTo>
                <a:lnTo>
                  <a:pt x="52471" y="13110"/>
                </a:lnTo>
                <a:cubicBezTo>
                  <a:pt x="52471" y="13344"/>
                  <a:pt x="52638" y="13544"/>
                  <a:pt x="52872" y="13544"/>
                </a:cubicBezTo>
                <a:lnTo>
                  <a:pt x="56875" y="13544"/>
                </a:lnTo>
                <a:cubicBezTo>
                  <a:pt x="57108" y="13544"/>
                  <a:pt x="57308" y="13344"/>
                  <a:pt x="57308" y="13110"/>
                </a:cubicBezTo>
                <a:lnTo>
                  <a:pt x="57308" y="9441"/>
                </a:lnTo>
                <a:cubicBezTo>
                  <a:pt x="57308" y="9207"/>
                  <a:pt x="57108" y="9041"/>
                  <a:pt x="56875" y="9041"/>
                </a:cubicBezTo>
                <a:close/>
                <a:moveTo>
                  <a:pt x="59443" y="9041"/>
                </a:moveTo>
                <a:cubicBezTo>
                  <a:pt x="59210" y="9041"/>
                  <a:pt x="59009" y="9207"/>
                  <a:pt x="59009" y="9441"/>
                </a:cubicBezTo>
                <a:lnTo>
                  <a:pt x="59009" y="13110"/>
                </a:lnTo>
                <a:cubicBezTo>
                  <a:pt x="59009" y="13344"/>
                  <a:pt x="59210" y="13544"/>
                  <a:pt x="59443" y="13544"/>
                </a:cubicBezTo>
                <a:lnTo>
                  <a:pt x="63446" y="13544"/>
                </a:lnTo>
                <a:cubicBezTo>
                  <a:pt x="63646" y="13544"/>
                  <a:pt x="63846" y="13344"/>
                  <a:pt x="63846" y="13110"/>
                </a:cubicBezTo>
                <a:lnTo>
                  <a:pt x="63846" y="9441"/>
                </a:lnTo>
                <a:cubicBezTo>
                  <a:pt x="63846" y="9207"/>
                  <a:pt x="63646" y="9041"/>
                  <a:pt x="63446" y="9041"/>
                </a:cubicBezTo>
                <a:close/>
                <a:moveTo>
                  <a:pt x="434" y="14978"/>
                </a:moveTo>
                <a:cubicBezTo>
                  <a:pt x="201" y="14978"/>
                  <a:pt x="1" y="15145"/>
                  <a:pt x="1" y="15378"/>
                </a:cubicBezTo>
                <a:lnTo>
                  <a:pt x="1" y="19048"/>
                </a:lnTo>
                <a:cubicBezTo>
                  <a:pt x="1" y="19281"/>
                  <a:pt x="201" y="19481"/>
                  <a:pt x="434" y="19481"/>
                </a:cubicBezTo>
                <a:lnTo>
                  <a:pt x="4437" y="19481"/>
                </a:lnTo>
                <a:cubicBezTo>
                  <a:pt x="4671" y="19481"/>
                  <a:pt x="4837" y="19281"/>
                  <a:pt x="4837" y="19048"/>
                </a:cubicBezTo>
                <a:lnTo>
                  <a:pt x="4837" y="15378"/>
                </a:lnTo>
                <a:cubicBezTo>
                  <a:pt x="4837" y="15145"/>
                  <a:pt x="4671" y="14978"/>
                  <a:pt x="4437" y="14978"/>
                </a:cubicBezTo>
                <a:close/>
                <a:moveTo>
                  <a:pt x="6972" y="14978"/>
                </a:moveTo>
                <a:cubicBezTo>
                  <a:pt x="6739" y="14978"/>
                  <a:pt x="6572" y="15145"/>
                  <a:pt x="6572" y="15378"/>
                </a:cubicBezTo>
                <a:lnTo>
                  <a:pt x="6572" y="19048"/>
                </a:lnTo>
                <a:cubicBezTo>
                  <a:pt x="6572" y="19281"/>
                  <a:pt x="6739" y="19481"/>
                  <a:pt x="6972" y="19481"/>
                </a:cubicBezTo>
                <a:lnTo>
                  <a:pt x="10975" y="19481"/>
                </a:lnTo>
                <a:cubicBezTo>
                  <a:pt x="11209" y="19481"/>
                  <a:pt x="11409" y="19281"/>
                  <a:pt x="11409" y="19048"/>
                </a:cubicBezTo>
                <a:lnTo>
                  <a:pt x="11409" y="15378"/>
                </a:lnTo>
                <a:cubicBezTo>
                  <a:pt x="11409" y="15145"/>
                  <a:pt x="11209" y="14978"/>
                  <a:pt x="10975" y="14978"/>
                </a:cubicBezTo>
                <a:close/>
                <a:moveTo>
                  <a:pt x="13544" y="14978"/>
                </a:moveTo>
                <a:cubicBezTo>
                  <a:pt x="13310" y="14978"/>
                  <a:pt x="13110" y="15145"/>
                  <a:pt x="13110" y="15378"/>
                </a:cubicBezTo>
                <a:lnTo>
                  <a:pt x="13110" y="19048"/>
                </a:lnTo>
                <a:cubicBezTo>
                  <a:pt x="13110" y="19281"/>
                  <a:pt x="13310" y="19481"/>
                  <a:pt x="13544" y="19481"/>
                </a:cubicBezTo>
                <a:lnTo>
                  <a:pt x="17547" y="19481"/>
                </a:lnTo>
                <a:cubicBezTo>
                  <a:pt x="17780" y="19481"/>
                  <a:pt x="17947" y="19281"/>
                  <a:pt x="17947" y="19048"/>
                </a:cubicBezTo>
                <a:lnTo>
                  <a:pt x="17947" y="15378"/>
                </a:lnTo>
                <a:cubicBezTo>
                  <a:pt x="17947" y="15145"/>
                  <a:pt x="17780" y="14978"/>
                  <a:pt x="17547" y="14978"/>
                </a:cubicBezTo>
                <a:close/>
                <a:moveTo>
                  <a:pt x="20082" y="14978"/>
                </a:moveTo>
                <a:cubicBezTo>
                  <a:pt x="19882" y="14978"/>
                  <a:pt x="19681" y="15145"/>
                  <a:pt x="19681" y="15378"/>
                </a:cubicBezTo>
                <a:lnTo>
                  <a:pt x="19681" y="19048"/>
                </a:lnTo>
                <a:cubicBezTo>
                  <a:pt x="19681" y="19281"/>
                  <a:pt x="19882" y="19481"/>
                  <a:pt x="20082" y="19481"/>
                </a:cubicBezTo>
                <a:lnTo>
                  <a:pt x="24085" y="19481"/>
                </a:lnTo>
                <a:cubicBezTo>
                  <a:pt x="24318" y="19481"/>
                  <a:pt x="24518" y="19281"/>
                  <a:pt x="24518" y="19048"/>
                </a:cubicBezTo>
                <a:lnTo>
                  <a:pt x="24518" y="15378"/>
                </a:lnTo>
                <a:cubicBezTo>
                  <a:pt x="24518" y="15145"/>
                  <a:pt x="24318" y="14978"/>
                  <a:pt x="24085" y="14978"/>
                </a:cubicBezTo>
                <a:close/>
                <a:moveTo>
                  <a:pt x="26653" y="14978"/>
                </a:moveTo>
                <a:cubicBezTo>
                  <a:pt x="26420" y="14978"/>
                  <a:pt x="26253" y="15145"/>
                  <a:pt x="26253" y="15378"/>
                </a:cubicBezTo>
                <a:lnTo>
                  <a:pt x="26253" y="19048"/>
                </a:lnTo>
                <a:cubicBezTo>
                  <a:pt x="26253" y="19281"/>
                  <a:pt x="26420" y="19481"/>
                  <a:pt x="26653" y="19481"/>
                </a:cubicBezTo>
                <a:lnTo>
                  <a:pt x="30656" y="19481"/>
                </a:lnTo>
                <a:cubicBezTo>
                  <a:pt x="30889" y="19481"/>
                  <a:pt x="31056" y="19281"/>
                  <a:pt x="31056" y="19048"/>
                </a:cubicBezTo>
                <a:lnTo>
                  <a:pt x="31056" y="15378"/>
                </a:lnTo>
                <a:cubicBezTo>
                  <a:pt x="31056" y="15145"/>
                  <a:pt x="30889" y="14978"/>
                  <a:pt x="30656" y="14978"/>
                </a:cubicBezTo>
                <a:close/>
                <a:moveTo>
                  <a:pt x="33224" y="14978"/>
                </a:moveTo>
                <a:cubicBezTo>
                  <a:pt x="32991" y="14978"/>
                  <a:pt x="32791" y="15145"/>
                  <a:pt x="32791" y="15378"/>
                </a:cubicBezTo>
                <a:lnTo>
                  <a:pt x="32791" y="19048"/>
                </a:lnTo>
                <a:cubicBezTo>
                  <a:pt x="32791" y="19281"/>
                  <a:pt x="32991" y="19481"/>
                  <a:pt x="33224" y="19481"/>
                </a:cubicBezTo>
                <a:lnTo>
                  <a:pt x="37194" y="19481"/>
                </a:lnTo>
                <a:cubicBezTo>
                  <a:pt x="37427" y="19481"/>
                  <a:pt x="37628" y="19281"/>
                  <a:pt x="37628" y="19048"/>
                </a:cubicBezTo>
                <a:lnTo>
                  <a:pt x="37628" y="15378"/>
                </a:lnTo>
                <a:cubicBezTo>
                  <a:pt x="37628" y="15145"/>
                  <a:pt x="37427" y="14978"/>
                  <a:pt x="37194" y="14978"/>
                </a:cubicBezTo>
                <a:close/>
                <a:moveTo>
                  <a:pt x="39762" y="14978"/>
                </a:moveTo>
                <a:cubicBezTo>
                  <a:pt x="39529" y="14978"/>
                  <a:pt x="39329" y="15145"/>
                  <a:pt x="39329" y="15378"/>
                </a:cubicBezTo>
                <a:lnTo>
                  <a:pt x="39329" y="19048"/>
                </a:lnTo>
                <a:cubicBezTo>
                  <a:pt x="39362" y="19281"/>
                  <a:pt x="39529" y="19481"/>
                  <a:pt x="39762" y="19481"/>
                </a:cubicBezTo>
                <a:lnTo>
                  <a:pt x="43765" y="19481"/>
                </a:lnTo>
                <a:cubicBezTo>
                  <a:pt x="43999" y="19481"/>
                  <a:pt x="44166" y="19281"/>
                  <a:pt x="44166" y="19048"/>
                </a:cubicBezTo>
                <a:lnTo>
                  <a:pt x="44166" y="15378"/>
                </a:lnTo>
                <a:cubicBezTo>
                  <a:pt x="44166" y="15145"/>
                  <a:pt x="43999" y="14978"/>
                  <a:pt x="43765" y="14978"/>
                </a:cubicBezTo>
                <a:close/>
                <a:moveTo>
                  <a:pt x="46334" y="14978"/>
                </a:moveTo>
                <a:cubicBezTo>
                  <a:pt x="46100" y="14978"/>
                  <a:pt x="45900" y="15145"/>
                  <a:pt x="45900" y="15378"/>
                </a:cubicBezTo>
                <a:lnTo>
                  <a:pt x="45900" y="19048"/>
                </a:lnTo>
                <a:cubicBezTo>
                  <a:pt x="45900" y="19281"/>
                  <a:pt x="46100" y="19481"/>
                  <a:pt x="46334" y="19481"/>
                </a:cubicBezTo>
                <a:lnTo>
                  <a:pt x="50337" y="19481"/>
                </a:lnTo>
                <a:cubicBezTo>
                  <a:pt x="50537" y="19481"/>
                  <a:pt x="50737" y="19281"/>
                  <a:pt x="50737" y="19048"/>
                </a:cubicBezTo>
                <a:lnTo>
                  <a:pt x="50737" y="15378"/>
                </a:lnTo>
                <a:cubicBezTo>
                  <a:pt x="50737" y="15145"/>
                  <a:pt x="50537" y="14978"/>
                  <a:pt x="50337" y="14978"/>
                </a:cubicBezTo>
                <a:close/>
                <a:moveTo>
                  <a:pt x="52872" y="14978"/>
                </a:moveTo>
                <a:cubicBezTo>
                  <a:pt x="52638" y="14978"/>
                  <a:pt x="52471" y="15145"/>
                  <a:pt x="52471" y="15378"/>
                </a:cubicBezTo>
                <a:lnTo>
                  <a:pt x="52471" y="19048"/>
                </a:lnTo>
                <a:cubicBezTo>
                  <a:pt x="52471" y="19281"/>
                  <a:pt x="52638" y="19481"/>
                  <a:pt x="52872" y="19481"/>
                </a:cubicBezTo>
                <a:lnTo>
                  <a:pt x="56875" y="19481"/>
                </a:lnTo>
                <a:cubicBezTo>
                  <a:pt x="57108" y="19481"/>
                  <a:pt x="57308" y="19281"/>
                  <a:pt x="57308" y="19048"/>
                </a:cubicBezTo>
                <a:lnTo>
                  <a:pt x="57308" y="15378"/>
                </a:lnTo>
                <a:cubicBezTo>
                  <a:pt x="57308" y="15145"/>
                  <a:pt x="57108" y="14978"/>
                  <a:pt x="56875" y="14978"/>
                </a:cubicBezTo>
                <a:close/>
                <a:moveTo>
                  <a:pt x="59443" y="14978"/>
                </a:moveTo>
                <a:cubicBezTo>
                  <a:pt x="59210" y="14978"/>
                  <a:pt x="59009" y="15145"/>
                  <a:pt x="59009" y="15378"/>
                </a:cubicBezTo>
                <a:lnTo>
                  <a:pt x="59009" y="19048"/>
                </a:lnTo>
                <a:cubicBezTo>
                  <a:pt x="59009" y="19281"/>
                  <a:pt x="59210" y="19481"/>
                  <a:pt x="59443" y="19481"/>
                </a:cubicBezTo>
                <a:lnTo>
                  <a:pt x="63446" y="19481"/>
                </a:lnTo>
                <a:cubicBezTo>
                  <a:pt x="63646" y="19481"/>
                  <a:pt x="63846" y="19281"/>
                  <a:pt x="63846" y="19048"/>
                </a:cubicBezTo>
                <a:lnTo>
                  <a:pt x="63846" y="15378"/>
                </a:lnTo>
                <a:cubicBezTo>
                  <a:pt x="63846" y="15145"/>
                  <a:pt x="63646" y="14978"/>
                  <a:pt x="63446" y="14978"/>
                </a:cubicBezTo>
                <a:close/>
                <a:moveTo>
                  <a:pt x="65981" y="14978"/>
                </a:moveTo>
                <a:cubicBezTo>
                  <a:pt x="65748" y="14978"/>
                  <a:pt x="65581" y="15145"/>
                  <a:pt x="65581" y="15378"/>
                </a:cubicBezTo>
                <a:lnTo>
                  <a:pt x="65581" y="19048"/>
                </a:lnTo>
                <a:cubicBezTo>
                  <a:pt x="65581" y="19281"/>
                  <a:pt x="65748" y="19481"/>
                  <a:pt x="65981" y="19481"/>
                </a:cubicBezTo>
                <a:lnTo>
                  <a:pt x="69984" y="19481"/>
                </a:lnTo>
                <a:cubicBezTo>
                  <a:pt x="70217" y="19481"/>
                  <a:pt x="70418" y="19281"/>
                  <a:pt x="70418" y="19048"/>
                </a:cubicBezTo>
                <a:lnTo>
                  <a:pt x="70418" y="15378"/>
                </a:lnTo>
                <a:cubicBezTo>
                  <a:pt x="70418" y="15145"/>
                  <a:pt x="70217" y="14978"/>
                  <a:pt x="69984" y="14978"/>
                </a:cubicBezTo>
                <a:close/>
                <a:moveTo>
                  <a:pt x="65981" y="9041"/>
                </a:moveTo>
                <a:cubicBezTo>
                  <a:pt x="65748" y="9041"/>
                  <a:pt x="65581" y="9207"/>
                  <a:pt x="65581" y="9441"/>
                </a:cubicBezTo>
                <a:lnTo>
                  <a:pt x="65581" y="13110"/>
                </a:lnTo>
                <a:cubicBezTo>
                  <a:pt x="65581" y="13344"/>
                  <a:pt x="65748" y="13544"/>
                  <a:pt x="65981" y="13544"/>
                </a:cubicBezTo>
                <a:lnTo>
                  <a:pt x="71719" y="13544"/>
                </a:lnTo>
                <a:cubicBezTo>
                  <a:pt x="71952" y="13544"/>
                  <a:pt x="72119" y="13744"/>
                  <a:pt x="72119" y="13944"/>
                </a:cubicBezTo>
                <a:lnTo>
                  <a:pt x="72119" y="19048"/>
                </a:lnTo>
                <a:cubicBezTo>
                  <a:pt x="72119" y="19281"/>
                  <a:pt x="72319" y="19481"/>
                  <a:pt x="72552" y="19481"/>
                </a:cubicBezTo>
                <a:lnTo>
                  <a:pt x="76555" y="19481"/>
                </a:lnTo>
                <a:cubicBezTo>
                  <a:pt x="76789" y="19481"/>
                  <a:pt x="76956" y="19281"/>
                  <a:pt x="76956" y="19048"/>
                </a:cubicBezTo>
                <a:lnTo>
                  <a:pt x="76956" y="9441"/>
                </a:lnTo>
                <a:cubicBezTo>
                  <a:pt x="76956" y="9207"/>
                  <a:pt x="76789" y="9041"/>
                  <a:pt x="76555" y="9041"/>
                </a:cubicBezTo>
                <a:close/>
                <a:moveTo>
                  <a:pt x="434" y="20916"/>
                </a:moveTo>
                <a:cubicBezTo>
                  <a:pt x="201" y="20916"/>
                  <a:pt x="1" y="21083"/>
                  <a:pt x="1" y="21316"/>
                </a:cubicBezTo>
                <a:lnTo>
                  <a:pt x="1" y="24985"/>
                </a:lnTo>
                <a:cubicBezTo>
                  <a:pt x="1" y="25219"/>
                  <a:pt x="201" y="25419"/>
                  <a:pt x="434" y="25419"/>
                </a:cubicBezTo>
                <a:lnTo>
                  <a:pt x="4437" y="25419"/>
                </a:lnTo>
                <a:cubicBezTo>
                  <a:pt x="4671" y="25419"/>
                  <a:pt x="4837" y="25219"/>
                  <a:pt x="4837" y="24985"/>
                </a:cubicBezTo>
                <a:lnTo>
                  <a:pt x="4837" y="21316"/>
                </a:lnTo>
                <a:cubicBezTo>
                  <a:pt x="4837" y="21083"/>
                  <a:pt x="4671" y="20916"/>
                  <a:pt x="4437" y="20916"/>
                </a:cubicBezTo>
                <a:close/>
                <a:moveTo>
                  <a:pt x="6972" y="20916"/>
                </a:moveTo>
                <a:cubicBezTo>
                  <a:pt x="6739" y="20916"/>
                  <a:pt x="6572" y="21083"/>
                  <a:pt x="6572" y="21316"/>
                </a:cubicBezTo>
                <a:lnTo>
                  <a:pt x="6572" y="24985"/>
                </a:lnTo>
                <a:cubicBezTo>
                  <a:pt x="6572" y="25219"/>
                  <a:pt x="6739" y="25419"/>
                  <a:pt x="6972" y="25419"/>
                </a:cubicBezTo>
                <a:lnTo>
                  <a:pt x="10975" y="25419"/>
                </a:lnTo>
                <a:cubicBezTo>
                  <a:pt x="11209" y="25419"/>
                  <a:pt x="11409" y="25219"/>
                  <a:pt x="11409" y="24985"/>
                </a:cubicBezTo>
                <a:lnTo>
                  <a:pt x="11409" y="21316"/>
                </a:lnTo>
                <a:cubicBezTo>
                  <a:pt x="11409" y="21083"/>
                  <a:pt x="11209" y="20916"/>
                  <a:pt x="10975" y="20916"/>
                </a:cubicBezTo>
                <a:close/>
                <a:moveTo>
                  <a:pt x="13544" y="20916"/>
                </a:moveTo>
                <a:cubicBezTo>
                  <a:pt x="13310" y="20916"/>
                  <a:pt x="13110" y="21083"/>
                  <a:pt x="13110" y="21316"/>
                </a:cubicBezTo>
                <a:lnTo>
                  <a:pt x="13110" y="24985"/>
                </a:lnTo>
                <a:cubicBezTo>
                  <a:pt x="13110" y="25219"/>
                  <a:pt x="13310" y="25419"/>
                  <a:pt x="13544" y="25419"/>
                </a:cubicBezTo>
                <a:lnTo>
                  <a:pt x="17547" y="25419"/>
                </a:lnTo>
                <a:cubicBezTo>
                  <a:pt x="17780" y="25419"/>
                  <a:pt x="17947" y="25219"/>
                  <a:pt x="17947" y="24985"/>
                </a:cubicBezTo>
                <a:lnTo>
                  <a:pt x="17947" y="21316"/>
                </a:lnTo>
                <a:cubicBezTo>
                  <a:pt x="17947" y="21083"/>
                  <a:pt x="17780" y="20916"/>
                  <a:pt x="17547" y="20916"/>
                </a:cubicBezTo>
                <a:close/>
                <a:moveTo>
                  <a:pt x="20082" y="20916"/>
                </a:moveTo>
                <a:cubicBezTo>
                  <a:pt x="19882" y="20916"/>
                  <a:pt x="19681" y="21083"/>
                  <a:pt x="19681" y="21316"/>
                </a:cubicBezTo>
                <a:lnTo>
                  <a:pt x="19681" y="24985"/>
                </a:lnTo>
                <a:cubicBezTo>
                  <a:pt x="19681" y="25219"/>
                  <a:pt x="19882" y="25419"/>
                  <a:pt x="20082" y="25419"/>
                </a:cubicBezTo>
                <a:lnTo>
                  <a:pt x="24085" y="25419"/>
                </a:lnTo>
                <a:cubicBezTo>
                  <a:pt x="24318" y="25419"/>
                  <a:pt x="24518" y="25219"/>
                  <a:pt x="24518" y="24985"/>
                </a:cubicBezTo>
                <a:lnTo>
                  <a:pt x="24518" y="21316"/>
                </a:lnTo>
                <a:cubicBezTo>
                  <a:pt x="24518" y="21083"/>
                  <a:pt x="24318" y="20916"/>
                  <a:pt x="24085" y="20916"/>
                </a:cubicBezTo>
                <a:close/>
                <a:moveTo>
                  <a:pt x="26653" y="20916"/>
                </a:moveTo>
                <a:cubicBezTo>
                  <a:pt x="26420" y="20916"/>
                  <a:pt x="26253" y="21083"/>
                  <a:pt x="26253" y="21316"/>
                </a:cubicBezTo>
                <a:lnTo>
                  <a:pt x="26253" y="24985"/>
                </a:lnTo>
                <a:cubicBezTo>
                  <a:pt x="26253" y="25219"/>
                  <a:pt x="26420" y="25419"/>
                  <a:pt x="26653" y="25419"/>
                </a:cubicBezTo>
                <a:lnTo>
                  <a:pt x="30656" y="25419"/>
                </a:lnTo>
                <a:cubicBezTo>
                  <a:pt x="30889" y="25419"/>
                  <a:pt x="31056" y="25219"/>
                  <a:pt x="31056" y="24985"/>
                </a:cubicBezTo>
                <a:lnTo>
                  <a:pt x="31056" y="21316"/>
                </a:lnTo>
                <a:cubicBezTo>
                  <a:pt x="31056" y="21083"/>
                  <a:pt x="30889" y="20916"/>
                  <a:pt x="30656" y="20916"/>
                </a:cubicBezTo>
                <a:close/>
                <a:moveTo>
                  <a:pt x="33224" y="20916"/>
                </a:moveTo>
                <a:cubicBezTo>
                  <a:pt x="32991" y="20916"/>
                  <a:pt x="32791" y="21083"/>
                  <a:pt x="32791" y="21316"/>
                </a:cubicBezTo>
                <a:lnTo>
                  <a:pt x="32791" y="24985"/>
                </a:lnTo>
                <a:cubicBezTo>
                  <a:pt x="32791" y="25219"/>
                  <a:pt x="32991" y="25419"/>
                  <a:pt x="33224" y="25419"/>
                </a:cubicBezTo>
                <a:lnTo>
                  <a:pt x="37194" y="25419"/>
                </a:lnTo>
                <a:cubicBezTo>
                  <a:pt x="37427" y="25419"/>
                  <a:pt x="37628" y="25219"/>
                  <a:pt x="37628" y="24985"/>
                </a:cubicBezTo>
                <a:lnTo>
                  <a:pt x="37628" y="21316"/>
                </a:lnTo>
                <a:cubicBezTo>
                  <a:pt x="37628" y="21083"/>
                  <a:pt x="37427" y="20916"/>
                  <a:pt x="37194" y="20916"/>
                </a:cubicBezTo>
                <a:close/>
                <a:moveTo>
                  <a:pt x="39762" y="20916"/>
                </a:moveTo>
                <a:cubicBezTo>
                  <a:pt x="39529" y="20916"/>
                  <a:pt x="39329" y="21083"/>
                  <a:pt x="39329" y="21316"/>
                </a:cubicBezTo>
                <a:lnTo>
                  <a:pt x="39329" y="24985"/>
                </a:lnTo>
                <a:cubicBezTo>
                  <a:pt x="39362" y="25219"/>
                  <a:pt x="39529" y="25419"/>
                  <a:pt x="39762" y="25419"/>
                </a:cubicBezTo>
                <a:lnTo>
                  <a:pt x="43765" y="25419"/>
                </a:lnTo>
                <a:cubicBezTo>
                  <a:pt x="43999" y="25419"/>
                  <a:pt x="44166" y="25219"/>
                  <a:pt x="44166" y="24985"/>
                </a:cubicBezTo>
                <a:lnTo>
                  <a:pt x="44166" y="21316"/>
                </a:lnTo>
                <a:cubicBezTo>
                  <a:pt x="44166" y="21083"/>
                  <a:pt x="43999" y="20916"/>
                  <a:pt x="43765" y="20916"/>
                </a:cubicBezTo>
                <a:close/>
                <a:moveTo>
                  <a:pt x="46334" y="20916"/>
                </a:moveTo>
                <a:cubicBezTo>
                  <a:pt x="46100" y="20916"/>
                  <a:pt x="45900" y="21083"/>
                  <a:pt x="45900" y="21316"/>
                </a:cubicBezTo>
                <a:lnTo>
                  <a:pt x="45900" y="24985"/>
                </a:lnTo>
                <a:cubicBezTo>
                  <a:pt x="45900" y="25219"/>
                  <a:pt x="46100" y="25419"/>
                  <a:pt x="46334" y="25419"/>
                </a:cubicBezTo>
                <a:lnTo>
                  <a:pt x="50337" y="25419"/>
                </a:lnTo>
                <a:cubicBezTo>
                  <a:pt x="50537" y="25419"/>
                  <a:pt x="50737" y="25219"/>
                  <a:pt x="50737" y="24985"/>
                </a:cubicBezTo>
                <a:lnTo>
                  <a:pt x="50737" y="21316"/>
                </a:lnTo>
                <a:cubicBezTo>
                  <a:pt x="50737" y="21083"/>
                  <a:pt x="50537" y="20916"/>
                  <a:pt x="50337" y="20916"/>
                </a:cubicBezTo>
                <a:close/>
                <a:moveTo>
                  <a:pt x="52872" y="20916"/>
                </a:moveTo>
                <a:cubicBezTo>
                  <a:pt x="52638" y="20916"/>
                  <a:pt x="52471" y="21083"/>
                  <a:pt x="52471" y="21316"/>
                </a:cubicBezTo>
                <a:lnTo>
                  <a:pt x="52471" y="24985"/>
                </a:lnTo>
                <a:cubicBezTo>
                  <a:pt x="52471" y="25219"/>
                  <a:pt x="52638" y="25419"/>
                  <a:pt x="52872" y="25419"/>
                </a:cubicBezTo>
                <a:lnTo>
                  <a:pt x="56875" y="25419"/>
                </a:lnTo>
                <a:cubicBezTo>
                  <a:pt x="57108" y="25419"/>
                  <a:pt x="57308" y="25219"/>
                  <a:pt x="57308" y="24985"/>
                </a:cubicBezTo>
                <a:lnTo>
                  <a:pt x="57308" y="21316"/>
                </a:lnTo>
                <a:cubicBezTo>
                  <a:pt x="57308" y="21083"/>
                  <a:pt x="57108" y="20916"/>
                  <a:pt x="56875" y="20916"/>
                </a:cubicBezTo>
                <a:close/>
                <a:moveTo>
                  <a:pt x="59443" y="20916"/>
                </a:moveTo>
                <a:cubicBezTo>
                  <a:pt x="59210" y="20916"/>
                  <a:pt x="59009" y="21083"/>
                  <a:pt x="59009" y="21316"/>
                </a:cubicBezTo>
                <a:lnTo>
                  <a:pt x="59009" y="24985"/>
                </a:lnTo>
                <a:cubicBezTo>
                  <a:pt x="59009" y="25219"/>
                  <a:pt x="59210" y="25419"/>
                  <a:pt x="59443" y="25419"/>
                </a:cubicBezTo>
                <a:lnTo>
                  <a:pt x="63446" y="25419"/>
                </a:lnTo>
                <a:cubicBezTo>
                  <a:pt x="63646" y="25419"/>
                  <a:pt x="63846" y="25219"/>
                  <a:pt x="63846" y="24985"/>
                </a:cubicBezTo>
                <a:lnTo>
                  <a:pt x="63846" y="21316"/>
                </a:lnTo>
                <a:cubicBezTo>
                  <a:pt x="63846" y="21083"/>
                  <a:pt x="63646" y="20916"/>
                  <a:pt x="63446" y="20916"/>
                </a:cubicBezTo>
                <a:close/>
                <a:moveTo>
                  <a:pt x="65981" y="20916"/>
                </a:moveTo>
                <a:cubicBezTo>
                  <a:pt x="65748" y="20916"/>
                  <a:pt x="65581" y="21083"/>
                  <a:pt x="65581" y="21316"/>
                </a:cubicBezTo>
                <a:lnTo>
                  <a:pt x="65581" y="24985"/>
                </a:lnTo>
                <a:cubicBezTo>
                  <a:pt x="65581" y="25219"/>
                  <a:pt x="65748" y="25419"/>
                  <a:pt x="65981" y="25419"/>
                </a:cubicBezTo>
                <a:lnTo>
                  <a:pt x="69984" y="25419"/>
                </a:lnTo>
                <a:cubicBezTo>
                  <a:pt x="70217" y="25419"/>
                  <a:pt x="70418" y="25219"/>
                  <a:pt x="70418" y="24985"/>
                </a:cubicBezTo>
                <a:lnTo>
                  <a:pt x="70418" y="21316"/>
                </a:lnTo>
                <a:cubicBezTo>
                  <a:pt x="70418" y="21083"/>
                  <a:pt x="70217" y="20916"/>
                  <a:pt x="69984" y="20916"/>
                </a:cubicBezTo>
                <a:close/>
                <a:moveTo>
                  <a:pt x="72552" y="20916"/>
                </a:moveTo>
                <a:cubicBezTo>
                  <a:pt x="72319" y="20916"/>
                  <a:pt x="72119" y="21083"/>
                  <a:pt x="72119" y="21316"/>
                </a:cubicBezTo>
                <a:lnTo>
                  <a:pt x="72119" y="24985"/>
                </a:lnTo>
                <a:cubicBezTo>
                  <a:pt x="72119" y="25219"/>
                  <a:pt x="72319" y="25419"/>
                  <a:pt x="72552" y="25419"/>
                </a:cubicBezTo>
                <a:lnTo>
                  <a:pt x="76555" y="25419"/>
                </a:lnTo>
                <a:cubicBezTo>
                  <a:pt x="76789" y="25419"/>
                  <a:pt x="76956" y="25219"/>
                  <a:pt x="76956" y="24985"/>
                </a:cubicBezTo>
                <a:lnTo>
                  <a:pt x="76956" y="21316"/>
                </a:lnTo>
                <a:cubicBezTo>
                  <a:pt x="76956" y="21083"/>
                  <a:pt x="76789" y="20916"/>
                  <a:pt x="76555" y="20916"/>
                </a:cubicBezTo>
                <a:close/>
                <a:moveTo>
                  <a:pt x="434" y="26853"/>
                </a:moveTo>
                <a:cubicBezTo>
                  <a:pt x="201" y="26853"/>
                  <a:pt x="1" y="27020"/>
                  <a:pt x="1" y="27254"/>
                </a:cubicBezTo>
                <a:lnTo>
                  <a:pt x="1" y="30923"/>
                </a:lnTo>
                <a:cubicBezTo>
                  <a:pt x="1" y="31156"/>
                  <a:pt x="201" y="31357"/>
                  <a:pt x="434" y="31357"/>
                </a:cubicBezTo>
                <a:lnTo>
                  <a:pt x="4437" y="31357"/>
                </a:lnTo>
                <a:cubicBezTo>
                  <a:pt x="4671" y="31357"/>
                  <a:pt x="4837" y="31156"/>
                  <a:pt x="4837" y="30923"/>
                </a:cubicBezTo>
                <a:lnTo>
                  <a:pt x="4837" y="27254"/>
                </a:lnTo>
                <a:cubicBezTo>
                  <a:pt x="4837" y="27020"/>
                  <a:pt x="4671" y="26853"/>
                  <a:pt x="4437" y="26853"/>
                </a:cubicBezTo>
                <a:close/>
                <a:moveTo>
                  <a:pt x="6972" y="26853"/>
                </a:moveTo>
                <a:cubicBezTo>
                  <a:pt x="6739" y="26853"/>
                  <a:pt x="6572" y="27020"/>
                  <a:pt x="6572" y="27254"/>
                </a:cubicBezTo>
                <a:lnTo>
                  <a:pt x="6572" y="30923"/>
                </a:lnTo>
                <a:cubicBezTo>
                  <a:pt x="6572" y="31156"/>
                  <a:pt x="6739" y="31357"/>
                  <a:pt x="6972" y="31357"/>
                </a:cubicBezTo>
                <a:lnTo>
                  <a:pt x="10975" y="31357"/>
                </a:lnTo>
                <a:cubicBezTo>
                  <a:pt x="11209" y="31357"/>
                  <a:pt x="11409" y="31156"/>
                  <a:pt x="11409" y="30923"/>
                </a:cubicBezTo>
                <a:lnTo>
                  <a:pt x="11409" y="27254"/>
                </a:lnTo>
                <a:cubicBezTo>
                  <a:pt x="11409" y="27020"/>
                  <a:pt x="11209" y="26853"/>
                  <a:pt x="10975" y="26853"/>
                </a:cubicBezTo>
                <a:close/>
                <a:moveTo>
                  <a:pt x="13544" y="26853"/>
                </a:moveTo>
                <a:cubicBezTo>
                  <a:pt x="13310" y="26853"/>
                  <a:pt x="13110" y="27020"/>
                  <a:pt x="13110" y="27254"/>
                </a:cubicBezTo>
                <a:lnTo>
                  <a:pt x="13110" y="30923"/>
                </a:lnTo>
                <a:cubicBezTo>
                  <a:pt x="13110" y="31156"/>
                  <a:pt x="13310" y="31357"/>
                  <a:pt x="13544" y="31357"/>
                </a:cubicBezTo>
                <a:lnTo>
                  <a:pt x="17547" y="31357"/>
                </a:lnTo>
                <a:cubicBezTo>
                  <a:pt x="17780" y="31357"/>
                  <a:pt x="17947" y="31156"/>
                  <a:pt x="17947" y="30923"/>
                </a:cubicBezTo>
                <a:lnTo>
                  <a:pt x="17947" y="27254"/>
                </a:lnTo>
                <a:cubicBezTo>
                  <a:pt x="17947" y="27020"/>
                  <a:pt x="17780" y="26853"/>
                  <a:pt x="17547" y="26853"/>
                </a:cubicBezTo>
                <a:close/>
                <a:moveTo>
                  <a:pt x="20082" y="26853"/>
                </a:moveTo>
                <a:cubicBezTo>
                  <a:pt x="19882" y="26853"/>
                  <a:pt x="19681" y="27020"/>
                  <a:pt x="19681" y="27254"/>
                </a:cubicBezTo>
                <a:lnTo>
                  <a:pt x="19681" y="30923"/>
                </a:lnTo>
                <a:cubicBezTo>
                  <a:pt x="19681" y="31156"/>
                  <a:pt x="19882" y="31357"/>
                  <a:pt x="20082" y="31357"/>
                </a:cubicBezTo>
                <a:lnTo>
                  <a:pt x="24085" y="31357"/>
                </a:lnTo>
                <a:cubicBezTo>
                  <a:pt x="24318" y="31357"/>
                  <a:pt x="24518" y="31156"/>
                  <a:pt x="24518" y="30923"/>
                </a:cubicBezTo>
                <a:lnTo>
                  <a:pt x="24518" y="27254"/>
                </a:lnTo>
                <a:cubicBezTo>
                  <a:pt x="24518" y="27020"/>
                  <a:pt x="24318" y="26853"/>
                  <a:pt x="24085" y="26853"/>
                </a:cubicBezTo>
                <a:close/>
                <a:moveTo>
                  <a:pt x="26653" y="26853"/>
                </a:moveTo>
                <a:cubicBezTo>
                  <a:pt x="26420" y="26853"/>
                  <a:pt x="26253" y="27020"/>
                  <a:pt x="26253" y="27254"/>
                </a:cubicBezTo>
                <a:lnTo>
                  <a:pt x="26253" y="30923"/>
                </a:lnTo>
                <a:cubicBezTo>
                  <a:pt x="26253" y="31156"/>
                  <a:pt x="26420" y="31357"/>
                  <a:pt x="26653" y="31357"/>
                </a:cubicBezTo>
                <a:lnTo>
                  <a:pt x="56875" y="31357"/>
                </a:lnTo>
                <a:cubicBezTo>
                  <a:pt x="57108" y="31357"/>
                  <a:pt x="57308" y="31156"/>
                  <a:pt x="57308" y="30923"/>
                </a:cubicBezTo>
                <a:lnTo>
                  <a:pt x="57308" y="27254"/>
                </a:lnTo>
                <a:cubicBezTo>
                  <a:pt x="57308" y="27020"/>
                  <a:pt x="57108" y="26853"/>
                  <a:pt x="56875" y="26853"/>
                </a:cubicBezTo>
                <a:close/>
                <a:moveTo>
                  <a:pt x="59443" y="26853"/>
                </a:moveTo>
                <a:cubicBezTo>
                  <a:pt x="59210" y="26853"/>
                  <a:pt x="59009" y="27020"/>
                  <a:pt x="59009" y="27254"/>
                </a:cubicBezTo>
                <a:lnTo>
                  <a:pt x="59009" y="30923"/>
                </a:lnTo>
                <a:cubicBezTo>
                  <a:pt x="59009" y="31156"/>
                  <a:pt x="59210" y="31357"/>
                  <a:pt x="59443" y="31357"/>
                </a:cubicBezTo>
                <a:lnTo>
                  <a:pt x="63446" y="31357"/>
                </a:lnTo>
                <a:cubicBezTo>
                  <a:pt x="63646" y="31357"/>
                  <a:pt x="63846" y="31156"/>
                  <a:pt x="63846" y="30923"/>
                </a:cubicBezTo>
                <a:lnTo>
                  <a:pt x="63846" y="27254"/>
                </a:lnTo>
                <a:cubicBezTo>
                  <a:pt x="63846" y="27020"/>
                  <a:pt x="63646" y="26853"/>
                  <a:pt x="63446" y="26853"/>
                </a:cubicBezTo>
                <a:close/>
                <a:moveTo>
                  <a:pt x="65981" y="26853"/>
                </a:moveTo>
                <a:cubicBezTo>
                  <a:pt x="65748" y="26853"/>
                  <a:pt x="65581" y="27020"/>
                  <a:pt x="65581" y="27254"/>
                </a:cubicBezTo>
                <a:lnTo>
                  <a:pt x="65581" y="30923"/>
                </a:lnTo>
                <a:cubicBezTo>
                  <a:pt x="65581" y="31156"/>
                  <a:pt x="65748" y="31357"/>
                  <a:pt x="65981" y="31357"/>
                </a:cubicBezTo>
                <a:lnTo>
                  <a:pt x="69984" y="31357"/>
                </a:lnTo>
                <a:cubicBezTo>
                  <a:pt x="70217" y="31357"/>
                  <a:pt x="70418" y="31156"/>
                  <a:pt x="70418" y="30923"/>
                </a:cubicBezTo>
                <a:lnTo>
                  <a:pt x="70418" y="27254"/>
                </a:lnTo>
                <a:cubicBezTo>
                  <a:pt x="70418" y="27020"/>
                  <a:pt x="70217" y="26853"/>
                  <a:pt x="69984" y="26853"/>
                </a:cubicBezTo>
                <a:close/>
                <a:moveTo>
                  <a:pt x="72552" y="26853"/>
                </a:moveTo>
                <a:cubicBezTo>
                  <a:pt x="72319" y="26853"/>
                  <a:pt x="72119" y="27020"/>
                  <a:pt x="72119" y="27254"/>
                </a:cubicBezTo>
                <a:lnTo>
                  <a:pt x="72119" y="30923"/>
                </a:lnTo>
                <a:cubicBezTo>
                  <a:pt x="72119" y="31156"/>
                  <a:pt x="72319" y="31357"/>
                  <a:pt x="72552" y="31357"/>
                </a:cubicBezTo>
                <a:lnTo>
                  <a:pt x="76555" y="31357"/>
                </a:lnTo>
                <a:cubicBezTo>
                  <a:pt x="76789" y="31357"/>
                  <a:pt x="76956" y="31156"/>
                  <a:pt x="76956" y="30923"/>
                </a:cubicBezTo>
                <a:lnTo>
                  <a:pt x="76956" y="27254"/>
                </a:lnTo>
                <a:cubicBezTo>
                  <a:pt x="76956" y="27020"/>
                  <a:pt x="76789" y="26853"/>
                  <a:pt x="76555" y="2685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6116020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6116020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6116020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6116020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7319514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7319514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201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7319514" y="3360207"/>
            <a:ext cx="126826" cy="12271"/>
          </a:xfrm>
          <a:custGeom>
            <a:avLst/>
            <a:gdLst/>
            <a:ahLst/>
            <a:cxnLst/>
            <a:rect l="l" t="t" r="r" b="b"/>
            <a:pathLst>
              <a:path w="4837" h="468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467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467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7835522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7319514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7319514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7835522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766323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766323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766323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7663231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7"/>
          <p:cNvSpPr/>
          <p:nvPr/>
        </p:nvSpPr>
        <p:spPr>
          <a:xfrm>
            <a:off x="7663231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7"/>
          <p:cNvSpPr/>
          <p:nvPr/>
        </p:nvSpPr>
        <p:spPr>
          <a:xfrm>
            <a:off x="766323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8006947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7"/>
          <p:cNvSpPr/>
          <p:nvPr/>
        </p:nvSpPr>
        <p:spPr>
          <a:xfrm>
            <a:off x="7835522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7491805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7835522" y="3204513"/>
            <a:ext cx="298279" cy="13136"/>
          </a:xfrm>
          <a:custGeom>
            <a:avLst/>
            <a:gdLst/>
            <a:ahLst/>
            <a:cxnLst/>
            <a:rect l="l" t="t" r="r" b="b"/>
            <a:pathLst>
              <a:path w="11376" h="501" extrusionOk="0">
                <a:moveTo>
                  <a:pt x="401" y="1"/>
                </a:moveTo>
                <a:cubicBezTo>
                  <a:pt x="168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10975" y="67"/>
                </a:lnTo>
                <a:cubicBezTo>
                  <a:pt x="11209" y="67"/>
                  <a:pt x="11376" y="267"/>
                  <a:pt x="11376" y="501"/>
                </a:cubicBezTo>
                <a:lnTo>
                  <a:pt x="11376" y="401"/>
                </a:lnTo>
                <a:cubicBezTo>
                  <a:pt x="11376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"/>
          <p:cNvSpPr/>
          <p:nvPr/>
        </p:nvSpPr>
        <p:spPr>
          <a:xfrm>
            <a:off x="7835522" y="3061064"/>
            <a:ext cx="298279" cy="13162"/>
          </a:xfrm>
          <a:custGeom>
            <a:avLst/>
            <a:gdLst/>
            <a:ahLst/>
            <a:cxnLst/>
            <a:rect l="l" t="t" r="r" b="b"/>
            <a:pathLst>
              <a:path w="11376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10975" y="101"/>
                </a:lnTo>
                <a:cubicBezTo>
                  <a:pt x="11209" y="101"/>
                  <a:pt x="11376" y="268"/>
                  <a:pt x="11376" y="501"/>
                </a:cubicBezTo>
                <a:lnTo>
                  <a:pt x="11376" y="435"/>
                </a:lnTo>
                <a:cubicBezTo>
                  <a:pt x="11376" y="201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8006947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7835522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0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8006947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7491805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7491805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7491805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7491805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167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7"/>
          <p:cNvSpPr/>
          <p:nvPr/>
        </p:nvSpPr>
        <p:spPr>
          <a:xfrm>
            <a:off x="8162641" y="2772461"/>
            <a:ext cx="111986" cy="114581"/>
          </a:xfrm>
          <a:custGeom>
            <a:avLst/>
            <a:gdLst/>
            <a:ahLst/>
            <a:cxnLst/>
            <a:rect l="l" t="t" r="r" b="b"/>
            <a:pathLst>
              <a:path w="4271" h="4370" extrusionOk="0">
                <a:moveTo>
                  <a:pt x="2135" y="0"/>
                </a:moveTo>
                <a:cubicBezTo>
                  <a:pt x="968" y="0"/>
                  <a:pt x="0" y="967"/>
                  <a:pt x="0" y="2168"/>
                </a:cubicBezTo>
                <a:cubicBezTo>
                  <a:pt x="0" y="3403"/>
                  <a:pt x="968" y="4370"/>
                  <a:pt x="2135" y="4370"/>
                </a:cubicBezTo>
                <a:cubicBezTo>
                  <a:pt x="3336" y="4370"/>
                  <a:pt x="4270" y="3403"/>
                  <a:pt x="4270" y="2168"/>
                </a:cubicBezTo>
                <a:cubicBezTo>
                  <a:pt x="4270" y="967"/>
                  <a:pt x="3336" y="0"/>
                  <a:pt x="2135" y="0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8162641" y="2772461"/>
            <a:ext cx="111986" cy="111959"/>
          </a:xfrm>
          <a:custGeom>
            <a:avLst/>
            <a:gdLst/>
            <a:ahLst/>
            <a:cxnLst/>
            <a:rect l="l" t="t" r="r" b="b"/>
            <a:pathLst>
              <a:path w="4271" h="4270" extrusionOk="0">
                <a:moveTo>
                  <a:pt x="2135" y="0"/>
                </a:moveTo>
                <a:cubicBezTo>
                  <a:pt x="968" y="0"/>
                  <a:pt x="0" y="934"/>
                  <a:pt x="0" y="2135"/>
                </a:cubicBezTo>
                <a:cubicBezTo>
                  <a:pt x="0" y="3302"/>
                  <a:pt x="968" y="4270"/>
                  <a:pt x="2135" y="4270"/>
                </a:cubicBezTo>
                <a:cubicBezTo>
                  <a:pt x="3336" y="4270"/>
                  <a:pt x="4270" y="3302"/>
                  <a:pt x="4270" y="2135"/>
                </a:cubicBezTo>
                <a:cubicBezTo>
                  <a:pt x="4270" y="934"/>
                  <a:pt x="3336" y="0"/>
                  <a:pt x="2135" y="0"/>
                </a:cubicBezTo>
                <a:close/>
              </a:path>
            </a:pathLst>
          </a:custGeom>
          <a:solidFill>
            <a:srgbClr val="B6BA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8173129" y="2782084"/>
            <a:ext cx="91875" cy="92714"/>
          </a:xfrm>
          <a:custGeom>
            <a:avLst/>
            <a:gdLst/>
            <a:ahLst/>
            <a:cxnLst/>
            <a:rect l="l" t="t" r="r" b="b"/>
            <a:pathLst>
              <a:path w="3504" h="3536" extrusionOk="0">
                <a:moveTo>
                  <a:pt x="1735" y="0"/>
                </a:moveTo>
                <a:cubicBezTo>
                  <a:pt x="768" y="0"/>
                  <a:pt x="1" y="801"/>
                  <a:pt x="1" y="1768"/>
                </a:cubicBezTo>
                <a:cubicBezTo>
                  <a:pt x="1" y="2735"/>
                  <a:pt x="768" y="3536"/>
                  <a:pt x="1735" y="3536"/>
                </a:cubicBezTo>
                <a:cubicBezTo>
                  <a:pt x="2703" y="3536"/>
                  <a:pt x="3503" y="2735"/>
                  <a:pt x="3503" y="1768"/>
                </a:cubicBezTo>
                <a:cubicBezTo>
                  <a:pt x="3503" y="801"/>
                  <a:pt x="2703" y="0"/>
                  <a:pt x="1735" y="0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8173129" y="2827549"/>
            <a:ext cx="91875" cy="47248"/>
          </a:xfrm>
          <a:custGeom>
            <a:avLst/>
            <a:gdLst/>
            <a:ahLst/>
            <a:cxnLst/>
            <a:rect l="l" t="t" r="r" b="b"/>
            <a:pathLst>
              <a:path w="3504" h="1802" extrusionOk="0">
                <a:moveTo>
                  <a:pt x="1" y="1"/>
                </a:moveTo>
                <a:cubicBezTo>
                  <a:pt x="1" y="1"/>
                  <a:pt x="1" y="34"/>
                  <a:pt x="1" y="34"/>
                </a:cubicBezTo>
                <a:cubicBezTo>
                  <a:pt x="1" y="1001"/>
                  <a:pt x="768" y="1802"/>
                  <a:pt x="1735" y="1802"/>
                </a:cubicBezTo>
                <a:cubicBezTo>
                  <a:pt x="2703" y="1802"/>
                  <a:pt x="3503" y="1001"/>
                  <a:pt x="3503" y="34"/>
                </a:cubicBezTo>
                <a:cubicBezTo>
                  <a:pt x="3503" y="34"/>
                  <a:pt x="3503" y="34"/>
                  <a:pt x="3503" y="1"/>
                </a:cubicBezTo>
                <a:cubicBezTo>
                  <a:pt x="3503" y="968"/>
                  <a:pt x="2703" y="1735"/>
                  <a:pt x="1735" y="1735"/>
                </a:cubicBezTo>
                <a:cubicBezTo>
                  <a:pt x="768" y="1735"/>
                  <a:pt x="1" y="968"/>
                  <a:pt x="1" y="1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5646147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5" y="899"/>
                </a:moveTo>
                <a:lnTo>
                  <a:pt x="125" y="899"/>
                </a:lnTo>
                <a:cubicBezTo>
                  <a:pt x="132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5" y="899"/>
                </a:cubicBezTo>
                <a:close/>
                <a:moveTo>
                  <a:pt x="891" y="1"/>
                </a:moveTo>
                <a:cubicBezTo>
                  <a:pt x="329" y="1"/>
                  <a:pt x="1" y="409"/>
                  <a:pt x="125" y="899"/>
                </a:cubicBezTo>
                <a:lnTo>
                  <a:pt x="125" y="899"/>
                </a:lnTo>
                <a:cubicBezTo>
                  <a:pt x="49" y="429"/>
                  <a:pt x="373" y="67"/>
                  <a:pt x="891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8" y="1"/>
                  <a:pt x="891" y="1"/>
                </a:cubicBezTo>
                <a:close/>
              </a:path>
            </a:pathLst>
          </a:custGeom>
          <a:solidFill>
            <a:srgbClr val="FFFF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5764205" y="2701671"/>
            <a:ext cx="68886" cy="31575"/>
          </a:xfrm>
          <a:custGeom>
            <a:avLst/>
            <a:gdLst/>
            <a:ahLst/>
            <a:cxnLst/>
            <a:rect l="l" t="t" r="r" b="b"/>
            <a:pathLst>
              <a:path w="2258" h="1035" extrusionOk="0">
                <a:moveTo>
                  <a:pt x="124" y="899"/>
                </a:moveTo>
                <a:cubicBezTo>
                  <a:pt x="131" y="943"/>
                  <a:pt x="142" y="989"/>
                  <a:pt x="156" y="1035"/>
                </a:cubicBezTo>
                <a:cubicBezTo>
                  <a:pt x="156" y="1001"/>
                  <a:pt x="156" y="1001"/>
                  <a:pt x="156" y="1001"/>
                </a:cubicBezTo>
                <a:cubicBezTo>
                  <a:pt x="143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8" y="1"/>
                  <a:pt x="0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0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7" y="1"/>
                  <a:pt x="890" y="1"/>
                </a:cubicBezTo>
                <a:close/>
              </a:path>
            </a:pathLst>
          </a:custGeom>
          <a:solidFill>
            <a:srgbClr val="FF52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5882232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4" y="899"/>
                </a:moveTo>
                <a:cubicBezTo>
                  <a:pt x="131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9" y="1"/>
                  <a:pt x="1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91" y="1"/>
                  <a:pt x="890" y="1"/>
                </a:cubicBezTo>
                <a:close/>
              </a:path>
            </a:pathLst>
          </a:custGeom>
          <a:solidFill>
            <a:srgbClr val="45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7158576" y="2327273"/>
            <a:ext cx="26" cy="52492"/>
          </a:xfrm>
          <a:custGeom>
            <a:avLst/>
            <a:gdLst/>
            <a:ahLst/>
            <a:cxnLst/>
            <a:rect l="l" t="t" r="r" b="b"/>
            <a:pathLst>
              <a:path w="1" h="2002" extrusionOk="0">
                <a:moveTo>
                  <a:pt x="0" y="2002"/>
                </a:moveTo>
                <a:lnTo>
                  <a:pt x="0" y="0"/>
                </a:lnTo>
              </a:path>
            </a:pathLst>
          </a:custGeom>
          <a:solidFill>
            <a:srgbClr val="1F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7807545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0" y="268"/>
                  <a:pt x="0" y="601"/>
                </a:cubicBezTo>
                <a:cubicBezTo>
                  <a:pt x="0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7935236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7646607" y="2523460"/>
            <a:ext cx="697111" cy="32408"/>
          </a:xfrm>
          <a:custGeom>
            <a:avLst/>
            <a:gdLst/>
            <a:ahLst/>
            <a:cxnLst/>
            <a:rect l="l" t="t" r="r" b="b"/>
            <a:pathLst>
              <a:path w="26587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25953" y="1235"/>
                </a:lnTo>
                <a:cubicBezTo>
                  <a:pt x="26286" y="1235"/>
                  <a:pt x="26586" y="968"/>
                  <a:pt x="26586" y="601"/>
                </a:cubicBezTo>
                <a:cubicBezTo>
                  <a:pt x="26586" y="268"/>
                  <a:pt x="26286" y="1"/>
                  <a:pt x="25953" y="1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8170507" y="2589954"/>
            <a:ext cx="136475" cy="33247"/>
          </a:xfrm>
          <a:custGeom>
            <a:avLst/>
            <a:gdLst/>
            <a:ahLst/>
            <a:cxnLst/>
            <a:rect l="l" t="t" r="r" b="b"/>
            <a:pathLst>
              <a:path w="5205" h="1268" extrusionOk="0">
                <a:moveTo>
                  <a:pt x="634" y="0"/>
                </a:moveTo>
                <a:cubicBezTo>
                  <a:pt x="267" y="0"/>
                  <a:pt x="1" y="300"/>
                  <a:pt x="1" y="634"/>
                </a:cubicBezTo>
                <a:cubicBezTo>
                  <a:pt x="1" y="1001"/>
                  <a:pt x="267" y="1268"/>
                  <a:pt x="634" y="1268"/>
                </a:cubicBezTo>
                <a:lnTo>
                  <a:pt x="4571" y="1268"/>
                </a:lnTo>
                <a:cubicBezTo>
                  <a:pt x="4937" y="1268"/>
                  <a:pt x="5204" y="1001"/>
                  <a:pt x="5204" y="634"/>
                </a:cubicBezTo>
                <a:cubicBezTo>
                  <a:pt x="5204" y="300"/>
                  <a:pt x="4937" y="0"/>
                  <a:pt x="4571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7"/>
          <p:cNvSpPr/>
          <p:nvPr/>
        </p:nvSpPr>
        <p:spPr>
          <a:xfrm>
            <a:off x="8027084" y="2589954"/>
            <a:ext cx="123339" cy="33247"/>
          </a:xfrm>
          <a:custGeom>
            <a:avLst/>
            <a:gdLst/>
            <a:ahLst/>
            <a:cxnLst/>
            <a:rect l="l" t="t" r="r" b="b"/>
            <a:pathLst>
              <a:path w="4704" h="1268" extrusionOk="0">
                <a:moveTo>
                  <a:pt x="634" y="0"/>
                </a:moveTo>
                <a:cubicBezTo>
                  <a:pt x="300" y="0"/>
                  <a:pt x="0" y="300"/>
                  <a:pt x="0" y="634"/>
                </a:cubicBezTo>
                <a:cubicBezTo>
                  <a:pt x="0" y="1001"/>
                  <a:pt x="300" y="1268"/>
                  <a:pt x="634" y="1268"/>
                </a:cubicBezTo>
                <a:lnTo>
                  <a:pt x="4070" y="1268"/>
                </a:lnTo>
                <a:cubicBezTo>
                  <a:pt x="4437" y="1268"/>
                  <a:pt x="4703" y="1001"/>
                  <a:pt x="4703" y="634"/>
                </a:cubicBezTo>
                <a:cubicBezTo>
                  <a:pt x="4703" y="300"/>
                  <a:pt x="4403" y="0"/>
                  <a:pt x="4070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7916882" y="2122898"/>
            <a:ext cx="649863" cy="545796"/>
          </a:xfrm>
          <a:custGeom>
            <a:avLst/>
            <a:gdLst/>
            <a:ahLst/>
            <a:cxnLst/>
            <a:rect l="l" t="t" r="r" b="b"/>
            <a:pathLst>
              <a:path w="24785" h="20816" extrusionOk="0">
                <a:moveTo>
                  <a:pt x="20815" y="0"/>
                </a:moveTo>
                <a:lnTo>
                  <a:pt x="0" y="20815"/>
                </a:lnTo>
                <a:lnTo>
                  <a:pt x="4303" y="20815"/>
                </a:lnTo>
                <a:lnTo>
                  <a:pt x="24584" y="534"/>
                </a:lnTo>
                <a:lnTo>
                  <a:pt x="24784" y="0"/>
                </a:lnTo>
                <a:close/>
              </a:path>
            </a:pathLst>
          </a:custGeom>
          <a:solidFill>
            <a:srgbClr val="E1F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4992525" y="1047062"/>
            <a:ext cx="2624530" cy="1703569"/>
          </a:xfrm>
          <a:custGeom>
            <a:avLst/>
            <a:gdLst/>
            <a:ahLst/>
            <a:cxnLst/>
            <a:rect l="l" t="t" r="r" b="b"/>
            <a:pathLst>
              <a:path w="86029" h="55841" extrusionOk="0">
                <a:moveTo>
                  <a:pt x="2102" y="1"/>
                </a:moveTo>
                <a:cubicBezTo>
                  <a:pt x="935" y="1"/>
                  <a:pt x="1" y="935"/>
                  <a:pt x="1" y="2102"/>
                </a:cubicBezTo>
                <a:lnTo>
                  <a:pt x="1" y="53739"/>
                </a:lnTo>
                <a:cubicBezTo>
                  <a:pt x="1" y="54907"/>
                  <a:pt x="935" y="55841"/>
                  <a:pt x="2102" y="55841"/>
                </a:cubicBezTo>
                <a:lnTo>
                  <a:pt x="83894" y="55841"/>
                </a:lnTo>
                <a:cubicBezTo>
                  <a:pt x="85062" y="55841"/>
                  <a:pt x="86029" y="54907"/>
                  <a:pt x="86029" y="53739"/>
                </a:cubicBezTo>
                <a:lnTo>
                  <a:pt x="86029" y="2102"/>
                </a:lnTo>
                <a:cubicBezTo>
                  <a:pt x="86029" y="935"/>
                  <a:pt x="85062" y="1"/>
                  <a:pt x="83894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4992525" y="1047062"/>
            <a:ext cx="2624530" cy="274812"/>
          </a:xfrm>
          <a:custGeom>
            <a:avLst/>
            <a:gdLst/>
            <a:ahLst/>
            <a:cxnLst/>
            <a:rect l="l" t="t" r="r" b="b"/>
            <a:pathLst>
              <a:path w="86029" h="9008" extrusionOk="0">
                <a:moveTo>
                  <a:pt x="2436" y="1"/>
                </a:moveTo>
                <a:cubicBezTo>
                  <a:pt x="1102" y="1"/>
                  <a:pt x="1" y="1068"/>
                  <a:pt x="1" y="2436"/>
                </a:cubicBezTo>
                <a:lnTo>
                  <a:pt x="1" y="9007"/>
                </a:lnTo>
                <a:lnTo>
                  <a:pt x="86029" y="9007"/>
                </a:lnTo>
                <a:lnTo>
                  <a:pt x="86029" y="2436"/>
                </a:lnTo>
                <a:cubicBezTo>
                  <a:pt x="86029" y="1102"/>
                  <a:pt x="84928" y="1"/>
                  <a:pt x="835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5098380" y="1404255"/>
            <a:ext cx="2417933" cy="1256817"/>
          </a:xfrm>
          <a:custGeom>
            <a:avLst/>
            <a:gdLst/>
            <a:ahLst/>
            <a:cxnLst/>
            <a:rect l="l" t="t" r="r" b="b"/>
            <a:pathLst>
              <a:path w="79257" h="41197" extrusionOk="0">
                <a:moveTo>
                  <a:pt x="77522" y="41196"/>
                </a:moveTo>
                <a:lnTo>
                  <a:pt x="1735" y="41196"/>
                </a:lnTo>
                <a:cubicBezTo>
                  <a:pt x="767" y="41196"/>
                  <a:pt x="0" y="40429"/>
                  <a:pt x="0" y="39462"/>
                </a:cubicBezTo>
                <a:lnTo>
                  <a:pt x="0" y="1735"/>
                </a:lnTo>
                <a:cubicBezTo>
                  <a:pt x="0" y="768"/>
                  <a:pt x="767" y="0"/>
                  <a:pt x="1735" y="0"/>
                </a:cubicBezTo>
                <a:lnTo>
                  <a:pt x="77522" y="0"/>
                </a:lnTo>
                <a:cubicBezTo>
                  <a:pt x="78489" y="0"/>
                  <a:pt x="79257" y="768"/>
                  <a:pt x="79257" y="1735"/>
                </a:cubicBezTo>
                <a:lnTo>
                  <a:pt x="79257" y="39462"/>
                </a:lnTo>
                <a:cubicBezTo>
                  <a:pt x="79257" y="40429"/>
                  <a:pt x="78489" y="41196"/>
                  <a:pt x="77522" y="41196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5168574" y="1477530"/>
            <a:ext cx="57019" cy="116020"/>
          </a:xfrm>
          <a:custGeom>
            <a:avLst/>
            <a:gdLst/>
            <a:ahLst/>
            <a:cxnLst/>
            <a:rect l="l" t="t" r="r" b="b"/>
            <a:pathLst>
              <a:path w="1869" h="3803" fill="none" extrusionOk="0">
                <a:moveTo>
                  <a:pt x="1869" y="0"/>
                </a:moveTo>
                <a:lnTo>
                  <a:pt x="1" y="1901"/>
                </a:lnTo>
                <a:lnTo>
                  <a:pt x="1869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5371072" y="1477530"/>
            <a:ext cx="58056" cy="116020"/>
          </a:xfrm>
          <a:custGeom>
            <a:avLst/>
            <a:gdLst/>
            <a:ahLst/>
            <a:cxnLst/>
            <a:rect l="l" t="t" r="r" b="b"/>
            <a:pathLst>
              <a:path w="1903" h="3803" fill="none" extrusionOk="0">
                <a:moveTo>
                  <a:pt x="1" y="0"/>
                </a:moveTo>
                <a:lnTo>
                  <a:pt x="1902" y="1901"/>
                </a:lnTo>
                <a:lnTo>
                  <a:pt x="1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7"/>
          <p:cNvSpPr/>
          <p:nvPr/>
        </p:nvSpPr>
        <p:spPr>
          <a:xfrm>
            <a:off x="5274399" y="1477530"/>
            <a:ext cx="45822" cy="126210"/>
          </a:xfrm>
          <a:custGeom>
            <a:avLst/>
            <a:gdLst/>
            <a:ahLst/>
            <a:cxnLst/>
            <a:rect l="l" t="t" r="r" b="b"/>
            <a:pathLst>
              <a:path w="1502" h="4137" fill="none" extrusionOk="0">
                <a:moveTo>
                  <a:pt x="1" y="4136"/>
                </a:moveTo>
                <a:lnTo>
                  <a:pt x="1502" y="0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5473847" y="1588419"/>
            <a:ext cx="32613" cy="32613"/>
          </a:xfrm>
          <a:custGeom>
            <a:avLst/>
            <a:gdLst/>
            <a:ahLst/>
            <a:cxnLst/>
            <a:rect l="l" t="t" r="r" b="b"/>
            <a:pathLst>
              <a:path w="1069" h="1069" extrusionOk="0">
                <a:moveTo>
                  <a:pt x="535" y="1"/>
                </a:moveTo>
                <a:cubicBezTo>
                  <a:pt x="234" y="1"/>
                  <a:pt x="1" y="234"/>
                  <a:pt x="1" y="535"/>
                </a:cubicBezTo>
                <a:cubicBezTo>
                  <a:pt x="1" y="802"/>
                  <a:pt x="234" y="1068"/>
                  <a:pt x="535" y="1068"/>
                </a:cubicBezTo>
                <a:cubicBezTo>
                  <a:pt x="835" y="1068"/>
                  <a:pt x="1068" y="802"/>
                  <a:pt x="1068" y="535"/>
                </a:cubicBezTo>
                <a:cubicBezTo>
                  <a:pt x="1068" y="234"/>
                  <a:pt x="835" y="1"/>
                  <a:pt x="535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552168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67" y="1"/>
                  <a:pt x="0" y="234"/>
                  <a:pt x="0" y="535"/>
                </a:cubicBezTo>
                <a:cubicBezTo>
                  <a:pt x="0" y="802"/>
                  <a:pt x="267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7"/>
          <p:cNvSpPr/>
          <p:nvPr/>
        </p:nvSpPr>
        <p:spPr>
          <a:xfrm>
            <a:off x="558986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34" y="1"/>
                  <a:pt x="0" y="234"/>
                  <a:pt x="0" y="535"/>
                </a:cubicBezTo>
                <a:cubicBezTo>
                  <a:pt x="0" y="802"/>
                  <a:pt x="234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7"/>
          <p:cNvSpPr/>
          <p:nvPr/>
        </p:nvSpPr>
        <p:spPr>
          <a:xfrm>
            <a:off x="5197067" y="1721730"/>
            <a:ext cx="1737158" cy="31"/>
          </a:xfrm>
          <a:custGeom>
            <a:avLst/>
            <a:gdLst/>
            <a:ahLst/>
            <a:cxnLst/>
            <a:rect l="l" t="t" r="r" b="b"/>
            <a:pathLst>
              <a:path w="56942" h="1" fill="none" extrusionOk="0">
                <a:moveTo>
                  <a:pt x="1" y="1"/>
                </a:moveTo>
                <a:lnTo>
                  <a:pt x="56941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7038920" y="1721730"/>
            <a:ext cx="134355" cy="31"/>
          </a:xfrm>
          <a:custGeom>
            <a:avLst/>
            <a:gdLst/>
            <a:ahLst/>
            <a:cxnLst/>
            <a:rect l="l" t="t" r="r" b="b"/>
            <a:pathLst>
              <a:path w="4404" h="1" fill="none" extrusionOk="0">
                <a:moveTo>
                  <a:pt x="0" y="1"/>
                </a:moveTo>
                <a:lnTo>
                  <a:pt x="4403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7"/>
          <p:cNvSpPr/>
          <p:nvPr/>
        </p:nvSpPr>
        <p:spPr>
          <a:xfrm>
            <a:off x="7247520" y="1721730"/>
            <a:ext cx="170995" cy="31"/>
          </a:xfrm>
          <a:custGeom>
            <a:avLst/>
            <a:gdLst/>
            <a:ahLst/>
            <a:cxnLst/>
            <a:rect l="l" t="t" r="r" b="b"/>
            <a:pathLst>
              <a:path w="5605" h="1" fill="none" extrusionOk="0">
                <a:moveTo>
                  <a:pt x="0" y="1"/>
                </a:moveTo>
                <a:lnTo>
                  <a:pt x="5604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7"/>
          <p:cNvSpPr/>
          <p:nvPr/>
        </p:nvSpPr>
        <p:spPr>
          <a:xfrm>
            <a:off x="5197067" y="1858091"/>
            <a:ext cx="1086891" cy="31"/>
          </a:xfrm>
          <a:custGeom>
            <a:avLst/>
            <a:gdLst/>
            <a:ahLst/>
            <a:cxnLst/>
            <a:rect l="l" t="t" r="r" b="b"/>
            <a:pathLst>
              <a:path w="35627" h="1" fill="none" extrusionOk="0">
                <a:moveTo>
                  <a:pt x="1" y="1"/>
                </a:moveTo>
                <a:lnTo>
                  <a:pt x="35626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6444635" y="1858091"/>
            <a:ext cx="195431" cy="31"/>
          </a:xfrm>
          <a:custGeom>
            <a:avLst/>
            <a:gdLst/>
            <a:ahLst/>
            <a:cxnLst/>
            <a:rect l="l" t="t" r="r" b="b"/>
            <a:pathLst>
              <a:path w="6406" h="1" fill="none" extrusionOk="0">
                <a:moveTo>
                  <a:pt x="1" y="1"/>
                </a:moveTo>
                <a:lnTo>
                  <a:pt x="6405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6110870" y="1936461"/>
            <a:ext cx="529214" cy="31"/>
          </a:xfrm>
          <a:custGeom>
            <a:avLst/>
            <a:gdLst/>
            <a:ahLst/>
            <a:cxnLst/>
            <a:rect l="l" t="t" r="r" b="b"/>
            <a:pathLst>
              <a:path w="17347" h="1" fill="none" extrusionOk="0">
                <a:moveTo>
                  <a:pt x="17346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5931770" y="1936461"/>
            <a:ext cx="106898" cy="31"/>
          </a:xfrm>
          <a:custGeom>
            <a:avLst/>
            <a:gdLst/>
            <a:ahLst/>
            <a:cxnLst/>
            <a:rect l="l" t="t" r="r" b="b"/>
            <a:pathLst>
              <a:path w="3504" h="1" fill="none" extrusionOk="0">
                <a:moveTo>
                  <a:pt x="3503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7"/>
          <p:cNvSpPr/>
          <p:nvPr/>
        </p:nvSpPr>
        <p:spPr>
          <a:xfrm>
            <a:off x="5740468" y="1936461"/>
            <a:ext cx="106868" cy="31"/>
          </a:xfrm>
          <a:custGeom>
            <a:avLst/>
            <a:gdLst/>
            <a:ahLst/>
            <a:cxnLst/>
            <a:rect l="l" t="t" r="r" b="b"/>
            <a:pathLst>
              <a:path w="3503" h="1" fill="none" extrusionOk="0">
                <a:moveTo>
                  <a:pt x="3503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5550172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5358870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5358870" y="2032097"/>
            <a:ext cx="1647588" cy="31"/>
          </a:xfrm>
          <a:custGeom>
            <a:avLst/>
            <a:gdLst/>
            <a:ahLst/>
            <a:cxnLst/>
            <a:rect l="l" t="t" r="r" b="b"/>
            <a:pathLst>
              <a:path w="54006" h="1" fill="none" extrusionOk="0">
                <a:moveTo>
                  <a:pt x="54006" y="1"/>
                </a:moveTo>
                <a:lnTo>
                  <a:pt x="0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7"/>
          <p:cNvSpPr/>
          <p:nvPr/>
        </p:nvSpPr>
        <p:spPr>
          <a:xfrm>
            <a:off x="5197067" y="1936461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5197067" y="2032097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5197067" y="2127763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5197067" y="2223399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7106064" y="2032097"/>
            <a:ext cx="226976" cy="31"/>
          </a:xfrm>
          <a:custGeom>
            <a:avLst/>
            <a:gdLst/>
            <a:ahLst/>
            <a:cxnLst/>
            <a:rect l="l" t="t" r="r" b="b"/>
            <a:pathLst>
              <a:path w="7440" h="1" fill="none" extrusionOk="0">
                <a:moveTo>
                  <a:pt x="1" y="1"/>
                </a:moveTo>
                <a:lnTo>
                  <a:pt x="7439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5354813" y="212776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5354813" y="222544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5354813" y="232416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5354813" y="242184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6110870" y="2421840"/>
            <a:ext cx="928130" cy="31"/>
          </a:xfrm>
          <a:custGeom>
            <a:avLst/>
            <a:gdLst/>
            <a:ahLst/>
            <a:cxnLst/>
            <a:rect l="l" t="t" r="r" b="b"/>
            <a:pathLst>
              <a:path w="30423" h="1" fill="none" extrusionOk="0">
                <a:moveTo>
                  <a:pt x="0" y="1"/>
                </a:moveTo>
                <a:lnTo>
                  <a:pt x="30422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6661380" y="2324160"/>
            <a:ext cx="377591" cy="31"/>
          </a:xfrm>
          <a:custGeom>
            <a:avLst/>
            <a:gdLst/>
            <a:ahLst/>
            <a:cxnLst/>
            <a:rect l="l" t="t" r="r" b="b"/>
            <a:pathLst>
              <a:path w="12377" h="1" fill="none" extrusionOk="0">
                <a:moveTo>
                  <a:pt x="1" y="0"/>
                </a:moveTo>
                <a:lnTo>
                  <a:pt x="12376" y="0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6889319" y="2223399"/>
            <a:ext cx="149639" cy="31"/>
          </a:xfrm>
          <a:custGeom>
            <a:avLst/>
            <a:gdLst/>
            <a:ahLst/>
            <a:cxnLst/>
            <a:rect l="l" t="t" r="r" b="b"/>
            <a:pathLst>
              <a:path w="4905" h="1" fill="none" extrusionOk="0">
                <a:moveTo>
                  <a:pt x="1" y="1"/>
                </a:moveTo>
                <a:lnTo>
                  <a:pt x="4904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7602007" y="1310369"/>
            <a:ext cx="1114298" cy="1734401"/>
          </a:xfrm>
          <a:custGeom>
            <a:avLst/>
            <a:gdLst/>
            <a:ahLst/>
            <a:cxnLst/>
            <a:rect l="l" t="t" r="r" b="b"/>
            <a:pathLst>
              <a:path w="42498" h="66148" extrusionOk="0">
                <a:moveTo>
                  <a:pt x="2169" y="1"/>
                </a:moveTo>
                <a:cubicBezTo>
                  <a:pt x="968" y="1"/>
                  <a:pt x="0" y="968"/>
                  <a:pt x="0" y="2169"/>
                </a:cubicBezTo>
                <a:lnTo>
                  <a:pt x="0" y="63980"/>
                </a:lnTo>
                <a:cubicBezTo>
                  <a:pt x="0" y="65181"/>
                  <a:pt x="968" y="66148"/>
                  <a:pt x="2169" y="66148"/>
                </a:cubicBezTo>
                <a:lnTo>
                  <a:pt x="40329" y="66148"/>
                </a:lnTo>
                <a:cubicBezTo>
                  <a:pt x="41530" y="66148"/>
                  <a:pt x="42497" y="65181"/>
                  <a:pt x="42497" y="63980"/>
                </a:cubicBezTo>
                <a:lnTo>
                  <a:pt x="42497" y="2169"/>
                </a:lnTo>
                <a:cubicBezTo>
                  <a:pt x="42497" y="968"/>
                  <a:pt x="41530" y="1"/>
                  <a:pt x="403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7602007" y="1310369"/>
            <a:ext cx="1114298" cy="157451"/>
          </a:xfrm>
          <a:custGeom>
            <a:avLst/>
            <a:gdLst/>
            <a:ahLst/>
            <a:cxnLst/>
            <a:rect l="l" t="t" r="r" b="b"/>
            <a:pathLst>
              <a:path w="42498" h="6005" extrusionOk="0">
                <a:moveTo>
                  <a:pt x="1635" y="1"/>
                </a:moveTo>
                <a:cubicBezTo>
                  <a:pt x="734" y="1"/>
                  <a:pt x="0" y="734"/>
                  <a:pt x="0" y="1635"/>
                </a:cubicBezTo>
                <a:lnTo>
                  <a:pt x="0" y="6005"/>
                </a:lnTo>
                <a:lnTo>
                  <a:pt x="42497" y="6005"/>
                </a:lnTo>
                <a:lnTo>
                  <a:pt x="42497" y="1635"/>
                </a:lnTo>
                <a:cubicBezTo>
                  <a:pt x="42497" y="734"/>
                  <a:pt x="41764" y="1"/>
                  <a:pt x="4086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7662365" y="1515042"/>
            <a:ext cx="996203" cy="1478126"/>
          </a:xfrm>
          <a:custGeom>
            <a:avLst/>
            <a:gdLst/>
            <a:ahLst/>
            <a:cxnLst/>
            <a:rect l="l" t="t" r="r" b="b"/>
            <a:pathLst>
              <a:path w="37994" h="56374" extrusionOk="0">
                <a:moveTo>
                  <a:pt x="36259" y="56374"/>
                </a:moveTo>
                <a:lnTo>
                  <a:pt x="1768" y="56374"/>
                </a:lnTo>
                <a:cubicBezTo>
                  <a:pt x="801" y="56374"/>
                  <a:pt x="0" y="55607"/>
                  <a:pt x="0" y="54639"/>
                </a:cubicBezTo>
                <a:lnTo>
                  <a:pt x="0" y="1735"/>
                </a:lnTo>
                <a:cubicBezTo>
                  <a:pt x="0" y="767"/>
                  <a:pt x="801" y="0"/>
                  <a:pt x="1768" y="0"/>
                </a:cubicBezTo>
                <a:lnTo>
                  <a:pt x="36259" y="0"/>
                </a:lnTo>
                <a:cubicBezTo>
                  <a:pt x="37227" y="0"/>
                  <a:pt x="37994" y="767"/>
                  <a:pt x="37994" y="1735"/>
                </a:cubicBezTo>
                <a:lnTo>
                  <a:pt x="37994" y="54639"/>
                </a:lnTo>
                <a:cubicBezTo>
                  <a:pt x="37994" y="55607"/>
                  <a:pt x="37227" y="56374"/>
                  <a:pt x="36259" y="56374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7905503" y="1362835"/>
            <a:ext cx="53384" cy="27164"/>
          </a:xfrm>
          <a:custGeom>
            <a:avLst/>
            <a:gdLst/>
            <a:ahLst/>
            <a:cxnLst/>
            <a:rect l="l" t="t" r="r" b="b"/>
            <a:pathLst>
              <a:path w="2036" h="1036" extrusionOk="0">
                <a:moveTo>
                  <a:pt x="1001" y="1"/>
                </a:moveTo>
                <a:cubicBezTo>
                  <a:pt x="434" y="1"/>
                  <a:pt x="0" y="435"/>
                  <a:pt x="0" y="1002"/>
                </a:cubicBezTo>
                <a:lnTo>
                  <a:pt x="0" y="1035"/>
                </a:lnTo>
                <a:cubicBezTo>
                  <a:pt x="0" y="468"/>
                  <a:pt x="434" y="1"/>
                  <a:pt x="1001" y="1"/>
                </a:cubicBezTo>
                <a:close/>
                <a:moveTo>
                  <a:pt x="1001" y="1"/>
                </a:moveTo>
                <a:cubicBezTo>
                  <a:pt x="1568" y="1"/>
                  <a:pt x="2035" y="468"/>
                  <a:pt x="2035" y="1035"/>
                </a:cubicBezTo>
                <a:lnTo>
                  <a:pt x="2035" y="1002"/>
                </a:lnTo>
                <a:cubicBezTo>
                  <a:pt x="2035" y="435"/>
                  <a:pt x="1568" y="1"/>
                  <a:pt x="1001" y="1"/>
                </a:cubicBezTo>
                <a:close/>
              </a:path>
            </a:pathLst>
          </a:custGeom>
          <a:solidFill>
            <a:srgbClr val="84F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7710453" y="1688198"/>
            <a:ext cx="707599" cy="16650"/>
          </a:xfrm>
          <a:custGeom>
            <a:avLst/>
            <a:gdLst/>
            <a:ahLst/>
            <a:cxnLst/>
            <a:rect l="l" t="t" r="r" b="b"/>
            <a:pathLst>
              <a:path w="2698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34" y="635"/>
                </a:cubicBezTo>
                <a:lnTo>
                  <a:pt x="26686" y="635"/>
                </a:lnTo>
                <a:cubicBezTo>
                  <a:pt x="26853" y="635"/>
                  <a:pt x="26987" y="501"/>
                  <a:pt x="26987" y="301"/>
                </a:cubicBezTo>
                <a:cubicBezTo>
                  <a:pt x="26987" y="134"/>
                  <a:pt x="26853" y="1"/>
                  <a:pt x="2668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8461758" y="1688198"/>
            <a:ext cx="68251" cy="16650"/>
          </a:xfrm>
          <a:custGeom>
            <a:avLst/>
            <a:gdLst/>
            <a:ahLst/>
            <a:cxnLst/>
            <a:rect l="l" t="t" r="r" b="b"/>
            <a:pathLst>
              <a:path w="2603" h="635" extrusionOk="0">
                <a:moveTo>
                  <a:pt x="301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01" y="635"/>
                </a:cubicBezTo>
                <a:lnTo>
                  <a:pt x="2269" y="635"/>
                </a:lnTo>
                <a:cubicBezTo>
                  <a:pt x="2436" y="635"/>
                  <a:pt x="2602" y="501"/>
                  <a:pt x="2602" y="301"/>
                </a:cubicBezTo>
                <a:cubicBezTo>
                  <a:pt x="2602" y="134"/>
                  <a:pt x="2436" y="1"/>
                  <a:pt x="2269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8556228" y="1688198"/>
            <a:ext cx="55114" cy="16650"/>
          </a:xfrm>
          <a:custGeom>
            <a:avLst/>
            <a:gdLst/>
            <a:ahLst/>
            <a:cxnLst/>
            <a:rect l="l" t="t" r="r" b="b"/>
            <a:pathLst>
              <a:path w="2102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5"/>
                  <a:pt x="300" y="635"/>
                </a:cubicBezTo>
                <a:lnTo>
                  <a:pt x="1768" y="635"/>
                </a:lnTo>
                <a:cubicBezTo>
                  <a:pt x="1968" y="635"/>
                  <a:pt x="2102" y="501"/>
                  <a:pt x="2102" y="301"/>
                </a:cubicBezTo>
                <a:cubicBezTo>
                  <a:pt x="2102" y="134"/>
                  <a:pt x="1968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7710453" y="1766045"/>
            <a:ext cx="404994" cy="16650"/>
          </a:xfrm>
          <a:custGeom>
            <a:avLst/>
            <a:gdLst/>
            <a:ahLst/>
            <a:cxnLst/>
            <a:rect l="l" t="t" r="r" b="b"/>
            <a:pathLst>
              <a:path w="15446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5112" y="634"/>
                </a:lnTo>
                <a:cubicBezTo>
                  <a:pt x="15312" y="634"/>
                  <a:pt x="15445" y="501"/>
                  <a:pt x="15445" y="334"/>
                </a:cubicBezTo>
                <a:cubicBezTo>
                  <a:pt x="15445" y="134"/>
                  <a:pt x="15312" y="1"/>
                  <a:pt x="15112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8122394" y="1766045"/>
            <a:ext cx="127744" cy="16650"/>
          </a:xfrm>
          <a:custGeom>
            <a:avLst/>
            <a:gdLst/>
            <a:ahLst/>
            <a:cxnLst/>
            <a:rect l="l" t="t" r="r" b="b"/>
            <a:pathLst>
              <a:path w="4872" h="635" extrusionOk="0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4571" y="634"/>
                </a:lnTo>
                <a:cubicBezTo>
                  <a:pt x="4738" y="634"/>
                  <a:pt x="4871" y="501"/>
                  <a:pt x="4871" y="334"/>
                </a:cubicBezTo>
                <a:cubicBezTo>
                  <a:pt x="4871" y="134"/>
                  <a:pt x="4738" y="1"/>
                  <a:pt x="4571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8164398" y="1810645"/>
            <a:ext cx="85739" cy="17515"/>
          </a:xfrm>
          <a:custGeom>
            <a:avLst/>
            <a:gdLst/>
            <a:ahLst/>
            <a:cxnLst/>
            <a:rect l="l" t="t" r="r" b="b"/>
            <a:pathLst>
              <a:path w="3270" h="668" extrusionOk="0">
                <a:moveTo>
                  <a:pt x="334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34" y="668"/>
                </a:cubicBezTo>
                <a:lnTo>
                  <a:pt x="2969" y="668"/>
                </a:lnTo>
                <a:cubicBezTo>
                  <a:pt x="3136" y="668"/>
                  <a:pt x="3269" y="501"/>
                  <a:pt x="3269" y="334"/>
                </a:cubicBezTo>
                <a:cubicBezTo>
                  <a:pt x="3269" y="168"/>
                  <a:pt x="3136" y="1"/>
                  <a:pt x="296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8122394" y="1810645"/>
            <a:ext cx="25407" cy="17515"/>
          </a:xfrm>
          <a:custGeom>
            <a:avLst/>
            <a:gdLst/>
            <a:ahLst/>
            <a:cxnLst/>
            <a:rect l="l" t="t" r="r" b="b"/>
            <a:pathLst>
              <a:path w="969" h="668" extrusionOk="0">
                <a:moveTo>
                  <a:pt x="335" y="1"/>
                </a:moveTo>
                <a:cubicBezTo>
                  <a:pt x="168" y="1"/>
                  <a:pt x="1" y="168"/>
                  <a:pt x="1" y="334"/>
                </a:cubicBezTo>
                <a:cubicBezTo>
                  <a:pt x="1" y="535"/>
                  <a:pt x="168" y="668"/>
                  <a:pt x="335" y="668"/>
                </a:cubicBezTo>
                <a:lnTo>
                  <a:pt x="635" y="668"/>
                </a:lnTo>
                <a:cubicBezTo>
                  <a:pt x="802" y="668"/>
                  <a:pt x="968" y="501"/>
                  <a:pt x="968" y="334"/>
                </a:cubicBezTo>
                <a:cubicBezTo>
                  <a:pt x="968" y="168"/>
                  <a:pt x="835" y="1"/>
                  <a:pt x="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8021814" y="1810645"/>
            <a:ext cx="77008" cy="17515"/>
          </a:xfrm>
          <a:custGeom>
            <a:avLst/>
            <a:gdLst/>
            <a:ahLst/>
            <a:cxnLst/>
            <a:rect l="l" t="t" r="r" b="b"/>
            <a:pathLst>
              <a:path w="2937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36" y="501"/>
                  <a:pt x="2936" y="334"/>
                </a:cubicBezTo>
                <a:cubicBezTo>
                  <a:pt x="2936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7912503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0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00" y="668"/>
                </a:cubicBezTo>
                <a:lnTo>
                  <a:pt x="2635" y="668"/>
                </a:lnTo>
                <a:cubicBezTo>
                  <a:pt x="2802" y="668"/>
                  <a:pt x="2969" y="501"/>
                  <a:pt x="2936" y="334"/>
                </a:cubicBezTo>
                <a:cubicBezTo>
                  <a:pt x="2936" y="168"/>
                  <a:pt x="2802" y="1"/>
                  <a:pt x="2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7803166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69" y="501"/>
                  <a:pt x="2969" y="334"/>
                </a:cubicBezTo>
                <a:cubicBezTo>
                  <a:pt x="2969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7803166" y="1865759"/>
            <a:ext cx="656863" cy="16650"/>
          </a:xfrm>
          <a:custGeom>
            <a:avLst/>
            <a:gdLst/>
            <a:ahLst/>
            <a:cxnLst/>
            <a:rect l="l" t="t" r="r" b="b"/>
            <a:pathLst>
              <a:path w="25052" h="635" extrusionOk="0">
                <a:moveTo>
                  <a:pt x="301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24718" y="634"/>
                </a:lnTo>
                <a:cubicBezTo>
                  <a:pt x="24885" y="634"/>
                  <a:pt x="25052" y="501"/>
                  <a:pt x="25018" y="334"/>
                </a:cubicBezTo>
                <a:cubicBezTo>
                  <a:pt x="25018" y="134"/>
                  <a:pt x="24885" y="0"/>
                  <a:pt x="247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7710453" y="1810645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8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7"/>
          <p:cNvSpPr/>
          <p:nvPr/>
        </p:nvSpPr>
        <p:spPr>
          <a:xfrm>
            <a:off x="7710453" y="1865759"/>
            <a:ext cx="39382" cy="16650"/>
          </a:xfrm>
          <a:custGeom>
            <a:avLst/>
            <a:gdLst/>
            <a:ahLst/>
            <a:cxnLst/>
            <a:rect l="l" t="t" r="r" b="b"/>
            <a:pathLst>
              <a:path w="1502" h="635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1"/>
                  <a:pt x="1468" y="334"/>
                </a:cubicBezTo>
                <a:cubicBezTo>
                  <a:pt x="1468" y="134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7"/>
          <p:cNvSpPr/>
          <p:nvPr/>
        </p:nvSpPr>
        <p:spPr>
          <a:xfrm>
            <a:off x="7710453" y="1919982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7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7"/>
          <p:cNvSpPr/>
          <p:nvPr/>
        </p:nvSpPr>
        <p:spPr>
          <a:xfrm>
            <a:off x="7710453" y="1975097"/>
            <a:ext cx="39382" cy="16623"/>
          </a:xfrm>
          <a:custGeom>
            <a:avLst/>
            <a:gdLst/>
            <a:ahLst/>
            <a:cxnLst/>
            <a:rect l="l" t="t" r="r" b="b"/>
            <a:pathLst>
              <a:path w="1502" h="634" extrusionOk="0">
                <a:moveTo>
                  <a:pt x="334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0"/>
                  <a:pt x="1468" y="300"/>
                </a:cubicBezTo>
                <a:cubicBezTo>
                  <a:pt x="1468" y="133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8500249" y="1865759"/>
            <a:ext cx="96227" cy="16650"/>
          </a:xfrm>
          <a:custGeom>
            <a:avLst/>
            <a:gdLst/>
            <a:ahLst/>
            <a:cxnLst/>
            <a:rect l="l" t="t" r="r" b="b"/>
            <a:pathLst>
              <a:path w="3670" h="635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34"/>
                  <a:pt x="300" y="634"/>
                </a:cubicBezTo>
                <a:lnTo>
                  <a:pt x="3336" y="634"/>
                </a:lnTo>
                <a:cubicBezTo>
                  <a:pt x="3503" y="634"/>
                  <a:pt x="3670" y="501"/>
                  <a:pt x="3670" y="334"/>
                </a:cubicBezTo>
                <a:cubicBezTo>
                  <a:pt x="3670" y="134"/>
                  <a:pt x="3536" y="0"/>
                  <a:pt x="33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7800544" y="1919982"/>
            <a:ext cx="277276" cy="17515"/>
          </a:xfrm>
          <a:custGeom>
            <a:avLst/>
            <a:gdLst/>
            <a:ahLst/>
            <a:cxnLst/>
            <a:rect l="l" t="t" r="r" b="b"/>
            <a:pathLst>
              <a:path w="10575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0275" y="668"/>
                </a:lnTo>
                <a:cubicBezTo>
                  <a:pt x="10441" y="668"/>
                  <a:pt x="10575" y="501"/>
                  <a:pt x="10575" y="334"/>
                </a:cubicBezTo>
                <a:cubicBezTo>
                  <a:pt x="10575" y="167"/>
                  <a:pt x="10441" y="1"/>
                  <a:pt x="102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8164398" y="2087921"/>
            <a:ext cx="314011" cy="17515"/>
          </a:xfrm>
          <a:custGeom>
            <a:avLst/>
            <a:gdLst/>
            <a:ahLst/>
            <a:cxnLst/>
            <a:rect l="l" t="t" r="r" b="b"/>
            <a:pathLst>
              <a:path w="11976" h="668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0"/>
                  <a:pt x="134" y="667"/>
                  <a:pt x="300" y="667"/>
                </a:cubicBezTo>
                <a:lnTo>
                  <a:pt x="11642" y="667"/>
                </a:lnTo>
                <a:cubicBezTo>
                  <a:pt x="11842" y="667"/>
                  <a:pt x="11975" y="500"/>
                  <a:pt x="11975" y="334"/>
                </a:cubicBezTo>
                <a:cubicBezTo>
                  <a:pt x="11975" y="134"/>
                  <a:pt x="11842" y="0"/>
                  <a:pt x="1164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8245732" y="2031941"/>
            <a:ext cx="232676" cy="17515"/>
          </a:xfrm>
          <a:custGeom>
            <a:avLst/>
            <a:gdLst/>
            <a:ahLst/>
            <a:cxnLst/>
            <a:rect l="l" t="t" r="r" b="b"/>
            <a:pathLst>
              <a:path w="8874" h="668" extrusionOk="0">
                <a:moveTo>
                  <a:pt x="334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67"/>
                  <a:pt x="334" y="667"/>
                </a:cubicBezTo>
                <a:lnTo>
                  <a:pt x="8540" y="667"/>
                </a:lnTo>
                <a:cubicBezTo>
                  <a:pt x="8740" y="667"/>
                  <a:pt x="8873" y="501"/>
                  <a:pt x="8873" y="334"/>
                </a:cubicBezTo>
                <a:cubicBezTo>
                  <a:pt x="8873" y="134"/>
                  <a:pt x="8740" y="0"/>
                  <a:pt x="85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7"/>
          <p:cNvSpPr/>
          <p:nvPr/>
        </p:nvSpPr>
        <p:spPr>
          <a:xfrm>
            <a:off x="8376045" y="1975097"/>
            <a:ext cx="102363" cy="16623"/>
          </a:xfrm>
          <a:custGeom>
            <a:avLst/>
            <a:gdLst/>
            <a:ahLst/>
            <a:cxnLst/>
            <a:rect l="l" t="t" r="r" b="b"/>
            <a:pathLst>
              <a:path w="3904" h="634" extrusionOk="0">
                <a:moveTo>
                  <a:pt x="301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01" y="634"/>
                </a:cubicBezTo>
                <a:lnTo>
                  <a:pt x="3570" y="634"/>
                </a:lnTo>
                <a:cubicBezTo>
                  <a:pt x="3770" y="634"/>
                  <a:pt x="3903" y="500"/>
                  <a:pt x="3903" y="300"/>
                </a:cubicBezTo>
                <a:cubicBezTo>
                  <a:pt x="3903" y="133"/>
                  <a:pt x="3770" y="0"/>
                  <a:pt x="35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7710453" y="1612108"/>
            <a:ext cx="328012" cy="16650"/>
          </a:xfrm>
          <a:custGeom>
            <a:avLst/>
            <a:gdLst/>
            <a:ahLst/>
            <a:cxnLst/>
            <a:rect l="l" t="t" r="r" b="b"/>
            <a:pathLst>
              <a:path w="12510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2176" y="635"/>
                </a:lnTo>
                <a:cubicBezTo>
                  <a:pt x="12376" y="635"/>
                  <a:pt x="12510" y="501"/>
                  <a:pt x="12510" y="334"/>
                </a:cubicBezTo>
                <a:cubicBezTo>
                  <a:pt x="12510" y="134"/>
                  <a:pt x="12376" y="1"/>
                  <a:pt x="121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7"/>
          <p:cNvSpPr/>
          <p:nvPr/>
        </p:nvSpPr>
        <p:spPr>
          <a:xfrm>
            <a:off x="7710453" y="2220856"/>
            <a:ext cx="530064" cy="17515"/>
          </a:xfrm>
          <a:custGeom>
            <a:avLst/>
            <a:gdLst/>
            <a:ahLst/>
            <a:cxnLst/>
            <a:rect l="l" t="t" r="r" b="b"/>
            <a:pathLst>
              <a:path w="20216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7710453" y="2288189"/>
            <a:ext cx="530064" cy="17541"/>
          </a:xfrm>
          <a:custGeom>
            <a:avLst/>
            <a:gdLst/>
            <a:ahLst/>
            <a:cxnLst/>
            <a:rect l="l" t="t" r="r" b="b"/>
            <a:pathLst>
              <a:path w="20216" h="669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7"/>
          <p:cNvSpPr/>
          <p:nvPr/>
        </p:nvSpPr>
        <p:spPr>
          <a:xfrm>
            <a:off x="7710453" y="2355548"/>
            <a:ext cx="529172" cy="17515"/>
          </a:xfrm>
          <a:custGeom>
            <a:avLst/>
            <a:gdLst/>
            <a:ahLst/>
            <a:cxnLst/>
            <a:rect l="l" t="t" r="r" b="b"/>
            <a:pathLst>
              <a:path w="20182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182" y="501"/>
                  <a:pt x="20182" y="334"/>
                </a:cubicBezTo>
                <a:cubicBezTo>
                  <a:pt x="20182" y="167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7710453" y="2757866"/>
            <a:ext cx="529172" cy="16650"/>
          </a:xfrm>
          <a:custGeom>
            <a:avLst/>
            <a:gdLst/>
            <a:ahLst/>
            <a:cxnLst/>
            <a:rect l="l" t="t" r="r" b="b"/>
            <a:pathLst>
              <a:path w="20182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9882" y="635"/>
                </a:lnTo>
                <a:cubicBezTo>
                  <a:pt x="20048" y="635"/>
                  <a:pt x="20182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8192375" y="2143009"/>
            <a:ext cx="157451" cy="16650"/>
          </a:xfrm>
          <a:custGeom>
            <a:avLst/>
            <a:gdLst/>
            <a:ahLst/>
            <a:cxnLst/>
            <a:rect l="l" t="t" r="r" b="b"/>
            <a:pathLst>
              <a:path w="6005" h="635" extrusionOk="0">
                <a:moveTo>
                  <a:pt x="334" y="1"/>
                </a:moveTo>
                <a:cubicBezTo>
                  <a:pt x="167" y="1"/>
                  <a:pt x="1" y="134"/>
                  <a:pt x="1" y="334"/>
                </a:cubicBezTo>
                <a:cubicBezTo>
                  <a:pt x="1" y="501"/>
                  <a:pt x="167" y="634"/>
                  <a:pt x="334" y="634"/>
                </a:cubicBezTo>
                <a:lnTo>
                  <a:pt x="5671" y="634"/>
                </a:lnTo>
                <a:cubicBezTo>
                  <a:pt x="5838" y="634"/>
                  <a:pt x="6005" y="501"/>
                  <a:pt x="6005" y="334"/>
                </a:cubicBezTo>
                <a:cubicBezTo>
                  <a:pt x="6005" y="134"/>
                  <a:pt x="5838" y="1"/>
                  <a:pt x="5671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7"/>
          <p:cNvSpPr/>
          <p:nvPr/>
        </p:nvSpPr>
        <p:spPr>
          <a:xfrm>
            <a:off x="8401400" y="2143009"/>
            <a:ext cx="209944" cy="16650"/>
          </a:xfrm>
          <a:custGeom>
            <a:avLst/>
            <a:gdLst/>
            <a:ahLst/>
            <a:cxnLst/>
            <a:rect l="l" t="t" r="r" b="b"/>
            <a:pathLst>
              <a:path w="8007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7673" y="634"/>
                </a:lnTo>
                <a:cubicBezTo>
                  <a:pt x="7873" y="634"/>
                  <a:pt x="8007" y="501"/>
                  <a:pt x="8007" y="334"/>
                </a:cubicBezTo>
                <a:cubicBezTo>
                  <a:pt x="8007" y="134"/>
                  <a:pt x="7873" y="1"/>
                  <a:pt x="7673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8401400" y="2220856"/>
            <a:ext cx="209944" cy="17515"/>
          </a:xfrm>
          <a:custGeom>
            <a:avLst/>
            <a:gdLst/>
            <a:ahLst/>
            <a:cxnLst/>
            <a:rect l="l" t="t" r="r" b="b"/>
            <a:pathLst>
              <a:path w="8007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7673" y="668"/>
                </a:lnTo>
                <a:cubicBezTo>
                  <a:pt x="7873" y="668"/>
                  <a:pt x="8007" y="501"/>
                  <a:pt x="8007" y="334"/>
                </a:cubicBezTo>
                <a:cubicBezTo>
                  <a:pt x="8007" y="134"/>
                  <a:pt x="7873" y="0"/>
                  <a:pt x="7673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7"/>
          <p:cNvSpPr/>
          <p:nvPr/>
        </p:nvSpPr>
        <p:spPr>
          <a:xfrm>
            <a:off x="7710453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70" y="501"/>
                  <a:pt x="3070" y="301"/>
                </a:cubicBezTo>
                <a:cubicBezTo>
                  <a:pt x="3070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710453" y="2910938"/>
            <a:ext cx="80495" cy="17515"/>
          </a:xfrm>
          <a:custGeom>
            <a:avLst/>
            <a:gdLst/>
            <a:ahLst/>
            <a:cxnLst/>
            <a:rect l="l" t="t" r="r" b="b"/>
            <a:pathLst>
              <a:path w="3070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7"/>
                  <a:pt x="334" y="667"/>
                </a:cubicBezTo>
                <a:lnTo>
                  <a:pt x="2736" y="667"/>
                </a:lnTo>
                <a:cubicBezTo>
                  <a:pt x="2903" y="667"/>
                  <a:pt x="3070" y="501"/>
                  <a:pt x="3070" y="334"/>
                </a:cubicBezTo>
                <a:cubicBezTo>
                  <a:pt x="3070" y="167"/>
                  <a:pt x="2903" y="0"/>
                  <a:pt x="2736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7"/>
          <p:cNvSpPr/>
          <p:nvPr/>
        </p:nvSpPr>
        <p:spPr>
          <a:xfrm>
            <a:off x="7811924" y="2910938"/>
            <a:ext cx="492438" cy="17515"/>
          </a:xfrm>
          <a:custGeom>
            <a:avLst/>
            <a:gdLst/>
            <a:ahLst/>
            <a:cxnLst/>
            <a:rect l="l" t="t" r="r" b="b"/>
            <a:pathLst>
              <a:path w="18781" h="668" extrusionOk="0">
                <a:moveTo>
                  <a:pt x="300" y="0"/>
                </a:moveTo>
                <a:cubicBezTo>
                  <a:pt x="134" y="0"/>
                  <a:pt x="0" y="167"/>
                  <a:pt x="0" y="334"/>
                </a:cubicBezTo>
                <a:cubicBezTo>
                  <a:pt x="0" y="501"/>
                  <a:pt x="134" y="667"/>
                  <a:pt x="300" y="667"/>
                </a:cubicBezTo>
                <a:lnTo>
                  <a:pt x="18447" y="667"/>
                </a:lnTo>
                <a:cubicBezTo>
                  <a:pt x="18647" y="667"/>
                  <a:pt x="18780" y="501"/>
                  <a:pt x="18780" y="334"/>
                </a:cubicBezTo>
                <a:cubicBezTo>
                  <a:pt x="18780" y="167"/>
                  <a:pt x="18647" y="0"/>
                  <a:pt x="18447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7"/>
          <p:cNvSpPr/>
          <p:nvPr/>
        </p:nvSpPr>
        <p:spPr>
          <a:xfrm>
            <a:off x="783465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7957969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68" y="1"/>
                  <a:pt x="1" y="134"/>
                  <a:pt x="1" y="301"/>
                </a:cubicBezTo>
                <a:cubicBezTo>
                  <a:pt x="1" y="501"/>
                  <a:pt x="168" y="634"/>
                  <a:pt x="334" y="634"/>
                </a:cubicBezTo>
                <a:lnTo>
                  <a:pt x="2736" y="634"/>
                </a:lnTo>
                <a:cubicBezTo>
                  <a:pt x="2936" y="634"/>
                  <a:pt x="3070" y="501"/>
                  <a:pt x="3070" y="301"/>
                </a:cubicBezTo>
                <a:cubicBezTo>
                  <a:pt x="3070" y="134"/>
                  <a:pt x="2936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7"/>
          <p:cNvSpPr/>
          <p:nvPr/>
        </p:nvSpPr>
        <p:spPr>
          <a:xfrm>
            <a:off x="8082172" y="2860202"/>
            <a:ext cx="79630" cy="16650"/>
          </a:xfrm>
          <a:custGeom>
            <a:avLst/>
            <a:gdLst/>
            <a:ahLst/>
            <a:cxnLst/>
            <a:rect l="l" t="t" r="r" b="b"/>
            <a:pathLst>
              <a:path w="303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20637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0" y="634"/>
                </a:cubicBezTo>
                <a:lnTo>
                  <a:pt x="2702" y="634"/>
                </a:lnTo>
                <a:cubicBezTo>
                  <a:pt x="2902" y="634"/>
                  <a:pt x="3036" y="501"/>
                  <a:pt x="3036" y="301"/>
                </a:cubicBezTo>
                <a:cubicBezTo>
                  <a:pt x="3036" y="134"/>
                  <a:pt x="2902" y="1"/>
                  <a:pt x="27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8329688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69" y="501"/>
                  <a:pt x="3069" y="301"/>
                </a:cubicBezTo>
                <a:cubicBezTo>
                  <a:pt x="3069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7"/>
          <p:cNvSpPr/>
          <p:nvPr/>
        </p:nvSpPr>
        <p:spPr>
          <a:xfrm>
            <a:off x="8453892" y="2860202"/>
            <a:ext cx="54249" cy="16650"/>
          </a:xfrm>
          <a:custGeom>
            <a:avLst/>
            <a:gdLst/>
            <a:ahLst/>
            <a:cxnLst/>
            <a:rect l="l" t="t" r="r" b="b"/>
            <a:pathLst>
              <a:path w="2069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1768" y="634"/>
                </a:lnTo>
                <a:cubicBezTo>
                  <a:pt x="1935" y="634"/>
                  <a:pt x="2068" y="501"/>
                  <a:pt x="2068" y="301"/>
                </a:cubicBezTo>
                <a:cubicBezTo>
                  <a:pt x="2068" y="134"/>
                  <a:pt x="1935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8287710" y="826690"/>
            <a:ext cx="856293" cy="784581"/>
          </a:xfrm>
          <a:custGeom>
            <a:avLst/>
            <a:gdLst/>
            <a:ahLst/>
            <a:cxnLst/>
            <a:rect l="l" t="t" r="r" b="b"/>
            <a:pathLst>
              <a:path w="32658" h="29923" extrusionOk="0">
                <a:moveTo>
                  <a:pt x="1335" y="1"/>
                </a:moveTo>
                <a:cubicBezTo>
                  <a:pt x="601" y="1"/>
                  <a:pt x="0" y="601"/>
                  <a:pt x="0" y="1302"/>
                </a:cubicBezTo>
                <a:lnTo>
                  <a:pt x="0" y="28621"/>
                </a:lnTo>
                <a:cubicBezTo>
                  <a:pt x="0" y="29355"/>
                  <a:pt x="601" y="29922"/>
                  <a:pt x="1335" y="29922"/>
                </a:cubicBezTo>
                <a:lnTo>
                  <a:pt x="31356" y="29922"/>
                </a:lnTo>
                <a:cubicBezTo>
                  <a:pt x="32090" y="29922"/>
                  <a:pt x="32657" y="29355"/>
                  <a:pt x="32657" y="28621"/>
                </a:cubicBezTo>
                <a:lnTo>
                  <a:pt x="32657" y="1302"/>
                </a:lnTo>
                <a:cubicBezTo>
                  <a:pt x="32657" y="601"/>
                  <a:pt x="32090" y="1"/>
                  <a:pt x="31356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7"/>
          <p:cNvSpPr/>
          <p:nvPr/>
        </p:nvSpPr>
        <p:spPr>
          <a:xfrm>
            <a:off x="8287710" y="819716"/>
            <a:ext cx="856293" cy="39382"/>
          </a:xfrm>
          <a:custGeom>
            <a:avLst/>
            <a:gdLst/>
            <a:ahLst/>
            <a:cxnLst/>
            <a:rect l="l" t="t" r="r" b="b"/>
            <a:pathLst>
              <a:path w="32658" h="1502" extrusionOk="0">
                <a:moveTo>
                  <a:pt x="1268" y="0"/>
                </a:moveTo>
                <a:cubicBezTo>
                  <a:pt x="568" y="0"/>
                  <a:pt x="0" y="567"/>
                  <a:pt x="0" y="1234"/>
                </a:cubicBezTo>
                <a:lnTo>
                  <a:pt x="0" y="1501"/>
                </a:lnTo>
                <a:cubicBezTo>
                  <a:pt x="0" y="834"/>
                  <a:pt x="568" y="267"/>
                  <a:pt x="1268" y="267"/>
                </a:cubicBezTo>
                <a:lnTo>
                  <a:pt x="31423" y="267"/>
                </a:lnTo>
                <a:cubicBezTo>
                  <a:pt x="32123" y="267"/>
                  <a:pt x="32657" y="834"/>
                  <a:pt x="32657" y="1501"/>
                </a:cubicBezTo>
                <a:lnTo>
                  <a:pt x="32657" y="1234"/>
                </a:lnTo>
                <a:cubicBezTo>
                  <a:pt x="32657" y="567"/>
                  <a:pt x="32123" y="0"/>
                  <a:pt x="31423" y="0"/>
                </a:cubicBezTo>
                <a:close/>
              </a:path>
            </a:pathLst>
          </a:custGeom>
          <a:solidFill>
            <a:srgbClr val="00A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287710" y="826690"/>
            <a:ext cx="856293" cy="120743"/>
          </a:xfrm>
          <a:custGeom>
            <a:avLst/>
            <a:gdLst/>
            <a:ahLst/>
            <a:cxnLst/>
            <a:rect l="l" t="t" r="r" b="b"/>
            <a:pathLst>
              <a:path w="32658" h="4605" extrusionOk="0">
                <a:moveTo>
                  <a:pt x="1268" y="1"/>
                </a:moveTo>
                <a:cubicBezTo>
                  <a:pt x="568" y="1"/>
                  <a:pt x="0" y="568"/>
                  <a:pt x="0" y="1235"/>
                </a:cubicBezTo>
                <a:lnTo>
                  <a:pt x="0" y="4604"/>
                </a:lnTo>
                <a:lnTo>
                  <a:pt x="32657" y="4604"/>
                </a:lnTo>
                <a:lnTo>
                  <a:pt x="32657" y="1235"/>
                </a:lnTo>
                <a:cubicBezTo>
                  <a:pt x="32657" y="568"/>
                  <a:pt x="32123" y="1"/>
                  <a:pt x="31423" y="1"/>
                </a:cubicBezTo>
                <a:close/>
              </a:path>
            </a:pathLst>
          </a:custGeom>
          <a:solidFill>
            <a:srgbClr val="469A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8334932" y="983249"/>
            <a:ext cx="765336" cy="588665"/>
          </a:xfrm>
          <a:custGeom>
            <a:avLst/>
            <a:gdLst/>
            <a:ahLst/>
            <a:cxnLst/>
            <a:rect l="l" t="t" r="r" b="b"/>
            <a:pathLst>
              <a:path w="29189" h="22451" extrusionOk="0">
                <a:moveTo>
                  <a:pt x="28188" y="22450"/>
                </a:moveTo>
                <a:lnTo>
                  <a:pt x="1001" y="22450"/>
                </a:lnTo>
                <a:cubicBezTo>
                  <a:pt x="434" y="22450"/>
                  <a:pt x="1" y="22017"/>
                  <a:pt x="1" y="21450"/>
                </a:cubicBezTo>
                <a:lnTo>
                  <a:pt x="1" y="1002"/>
                </a:lnTo>
                <a:cubicBezTo>
                  <a:pt x="1" y="468"/>
                  <a:pt x="434" y="1"/>
                  <a:pt x="1001" y="1"/>
                </a:cubicBezTo>
                <a:lnTo>
                  <a:pt x="28188" y="1"/>
                </a:lnTo>
                <a:cubicBezTo>
                  <a:pt x="28755" y="1"/>
                  <a:pt x="29188" y="468"/>
                  <a:pt x="29188" y="1002"/>
                </a:cubicBezTo>
                <a:lnTo>
                  <a:pt x="29188" y="21450"/>
                </a:lnTo>
                <a:cubicBezTo>
                  <a:pt x="29188" y="22017"/>
                  <a:pt x="28755" y="22450"/>
                  <a:pt x="28188" y="22450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8371666" y="1116211"/>
            <a:ext cx="544039" cy="13136"/>
          </a:xfrm>
          <a:custGeom>
            <a:avLst/>
            <a:gdLst/>
            <a:ahLst/>
            <a:cxnLst/>
            <a:rect l="l" t="t" r="r" b="b"/>
            <a:pathLst>
              <a:path w="2074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0482" y="501"/>
                </a:lnTo>
                <a:cubicBezTo>
                  <a:pt x="20615" y="501"/>
                  <a:pt x="20749" y="401"/>
                  <a:pt x="20716" y="267"/>
                </a:cubicBezTo>
                <a:cubicBezTo>
                  <a:pt x="20716" y="134"/>
                  <a:pt x="20615" y="0"/>
                  <a:pt x="20482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8948924" y="1116211"/>
            <a:ext cx="52492" cy="13136"/>
          </a:xfrm>
          <a:custGeom>
            <a:avLst/>
            <a:gdLst/>
            <a:ahLst/>
            <a:cxnLst/>
            <a:rect l="l" t="t" r="r" b="b"/>
            <a:pathLst>
              <a:path w="2002" h="501" extrusionOk="0">
                <a:moveTo>
                  <a:pt x="234" y="0"/>
                </a:moveTo>
                <a:cubicBezTo>
                  <a:pt x="101" y="0"/>
                  <a:pt x="0" y="134"/>
                  <a:pt x="0" y="267"/>
                </a:cubicBezTo>
                <a:cubicBezTo>
                  <a:pt x="0" y="401"/>
                  <a:pt x="101" y="501"/>
                  <a:pt x="234" y="501"/>
                </a:cubicBezTo>
                <a:lnTo>
                  <a:pt x="1735" y="501"/>
                </a:lnTo>
                <a:cubicBezTo>
                  <a:pt x="1868" y="501"/>
                  <a:pt x="2002" y="401"/>
                  <a:pt x="2002" y="267"/>
                </a:cubicBezTo>
                <a:cubicBezTo>
                  <a:pt x="2002" y="134"/>
                  <a:pt x="1868" y="0"/>
                  <a:pt x="173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9021527" y="1116211"/>
            <a:ext cx="42004" cy="13136"/>
          </a:xfrm>
          <a:custGeom>
            <a:avLst/>
            <a:gdLst/>
            <a:ahLst/>
            <a:cxnLst/>
            <a:rect l="l" t="t" r="r" b="b"/>
            <a:pathLst>
              <a:path w="1602" h="501" extrusionOk="0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7"/>
          <p:cNvSpPr/>
          <p:nvPr/>
        </p:nvSpPr>
        <p:spPr>
          <a:xfrm>
            <a:off x="8371666" y="1176543"/>
            <a:ext cx="311389" cy="13162"/>
          </a:xfrm>
          <a:custGeom>
            <a:avLst/>
            <a:gdLst/>
            <a:ahLst/>
            <a:cxnLst/>
            <a:rect l="l" t="t" r="r" b="b"/>
            <a:pathLst>
              <a:path w="11876" h="502" extrusionOk="0">
                <a:moveTo>
                  <a:pt x="234" y="1"/>
                </a:moveTo>
                <a:cubicBezTo>
                  <a:pt x="101" y="1"/>
                  <a:pt x="1" y="134"/>
                  <a:pt x="1" y="268"/>
                </a:cubicBezTo>
                <a:cubicBezTo>
                  <a:pt x="1" y="401"/>
                  <a:pt x="101" y="501"/>
                  <a:pt x="234" y="501"/>
                </a:cubicBezTo>
                <a:lnTo>
                  <a:pt x="11609" y="501"/>
                </a:lnTo>
                <a:cubicBezTo>
                  <a:pt x="11742" y="501"/>
                  <a:pt x="11876" y="401"/>
                  <a:pt x="11876" y="268"/>
                </a:cubicBezTo>
                <a:cubicBezTo>
                  <a:pt x="11876" y="134"/>
                  <a:pt x="11742" y="1"/>
                  <a:pt x="1160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8687406" y="1176543"/>
            <a:ext cx="98876" cy="13162"/>
          </a:xfrm>
          <a:custGeom>
            <a:avLst/>
            <a:gdLst/>
            <a:ahLst/>
            <a:cxnLst/>
            <a:rect l="l" t="t" r="r" b="b"/>
            <a:pathLst>
              <a:path w="3771" h="502" extrusionOk="0">
                <a:moveTo>
                  <a:pt x="268" y="1"/>
                </a:moveTo>
                <a:cubicBezTo>
                  <a:pt x="134" y="1"/>
                  <a:pt x="1" y="134"/>
                  <a:pt x="1" y="268"/>
                </a:cubicBezTo>
                <a:cubicBezTo>
                  <a:pt x="1" y="401"/>
                  <a:pt x="134" y="501"/>
                  <a:pt x="268" y="501"/>
                </a:cubicBezTo>
                <a:lnTo>
                  <a:pt x="3537" y="501"/>
                </a:lnTo>
                <a:cubicBezTo>
                  <a:pt x="3670" y="501"/>
                  <a:pt x="3770" y="401"/>
                  <a:pt x="3770" y="268"/>
                </a:cubicBezTo>
                <a:cubicBezTo>
                  <a:pt x="3770" y="134"/>
                  <a:pt x="3670" y="1"/>
                  <a:pt x="3537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8720653" y="1211546"/>
            <a:ext cx="65629" cy="12271"/>
          </a:xfrm>
          <a:custGeom>
            <a:avLst/>
            <a:gdLst/>
            <a:ahLst/>
            <a:cxnLst/>
            <a:rect l="l" t="t" r="r" b="b"/>
            <a:pathLst>
              <a:path w="2503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269" y="467"/>
                </a:lnTo>
                <a:cubicBezTo>
                  <a:pt x="2402" y="467"/>
                  <a:pt x="2502" y="367"/>
                  <a:pt x="2502" y="234"/>
                </a:cubicBezTo>
                <a:cubicBezTo>
                  <a:pt x="2502" y="100"/>
                  <a:pt x="2402" y="0"/>
                  <a:pt x="2269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7"/>
          <p:cNvSpPr/>
          <p:nvPr/>
        </p:nvSpPr>
        <p:spPr>
          <a:xfrm>
            <a:off x="8688298" y="1211546"/>
            <a:ext cx="19245" cy="12271"/>
          </a:xfrm>
          <a:custGeom>
            <a:avLst/>
            <a:gdLst/>
            <a:ahLst/>
            <a:cxnLst/>
            <a:rect l="l" t="t" r="r" b="b"/>
            <a:pathLst>
              <a:path w="734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467" y="467"/>
                </a:lnTo>
                <a:cubicBezTo>
                  <a:pt x="600" y="467"/>
                  <a:pt x="734" y="367"/>
                  <a:pt x="734" y="234"/>
                </a:cubicBezTo>
                <a:cubicBezTo>
                  <a:pt x="734" y="100"/>
                  <a:pt x="600" y="0"/>
                  <a:pt x="467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7"/>
          <p:cNvSpPr/>
          <p:nvPr/>
        </p:nvSpPr>
        <p:spPr>
          <a:xfrm>
            <a:off x="8610451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035" y="467"/>
                </a:lnTo>
                <a:cubicBezTo>
                  <a:pt x="2168" y="467"/>
                  <a:pt x="2269" y="367"/>
                  <a:pt x="2269" y="234"/>
                </a:cubicBezTo>
                <a:cubicBezTo>
                  <a:pt x="2269" y="100"/>
                  <a:pt x="2168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7"/>
          <p:cNvSpPr/>
          <p:nvPr/>
        </p:nvSpPr>
        <p:spPr>
          <a:xfrm>
            <a:off x="8526469" y="1211546"/>
            <a:ext cx="59519" cy="12271"/>
          </a:xfrm>
          <a:custGeom>
            <a:avLst/>
            <a:gdLst/>
            <a:ahLst/>
            <a:cxnLst/>
            <a:rect l="l" t="t" r="r" b="b"/>
            <a:pathLst>
              <a:path w="2270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6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6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7"/>
          <p:cNvSpPr/>
          <p:nvPr/>
        </p:nvSpPr>
        <p:spPr>
          <a:xfrm>
            <a:off x="8442513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5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8442513" y="1253524"/>
            <a:ext cx="504683" cy="12271"/>
          </a:xfrm>
          <a:custGeom>
            <a:avLst/>
            <a:gdLst/>
            <a:ahLst/>
            <a:cxnLst/>
            <a:rect l="l" t="t" r="r" b="b"/>
            <a:pathLst>
              <a:path w="19248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19014" y="467"/>
                </a:lnTo>
                <a:cubicBezTo>
                  <a:pt x="19148" y="467"/>
                  <a:pt x="19248" y="367"/>
                  <a:pt x="19248" y="234"/>
                </a:cubicBezTo>
                <a:cubicBezTo>
                  <a:pt x="19248" y="100"/>
                  <a:pt x="19148" y="0"/>
                  <a:pt x="1901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8371666" y="1211546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8371666" y="1253524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8371666" y="1295502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1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7"/>
          <p:cNvSpPr/>
          <p:nvPr/>
        </p:nvSpPr>
        <p:spPr>
          <a:xfrm>
            <a:off x="8977792" y="1253524"/>
            <a:ext cx="74360" cy="12271"/>
          </a:xfrm>
          <a:custGeom>
            <a:avLst/>
            <a:gdLst/>
            <a:ahLst/>
            <a:cxnLst/>
            <a:rect l="l" t="t" r="r" b="b"/>
            <a:pathLst>
              <a:path w="2836" h="468" extrusionOk="0">
                <a:moveTo>
                  <a:pt x="267" y="0"/>
                </a:moveTo>
                <a:cubicBezTo>
                  <a:pt x="134" y="0"/>
                  <a:pt x="0" y="100"/>
                  <a:pt x="0" y="234"/>
                </a:cubicBezTo>
                <a:cubicBezTo>
                  <a:pt x="0" y="367"/>
                  <a:pt x="134" y="467"/>
                  <a:pt x="267" y="467"/>
                </a:cubicBezTo>
                <a:lnTo>
                  <a:pt x="2602" y="467"/>
                </a:lnTo>
                <a:cubicBezTo>
                  <a:pt x="2736" y="467"/>
                  <a:pt x="2836" y="367"/>
                  <a:pt x="2836" y="234"/>
                </a:cubicBezTo>
                <a:cubicBezTo>
                  <a:pt x="2836" y="100"/>
                  <a:pt x="2736" y="0"/>
                  <a:pt x="26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8440756" y="1295502"/>
            <a:ext cx="213457" cy="12271"/>
          </a:xfrm>
          <a:custGeom>
            <a:avLst/>
            <a:gdLst/>
            <a:ahLst/>
            <a:cxnLst/>
            <a:rect l="l" t="t" r="r" b="b"/>
            <a:pathLst>
              <a:path w="8141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7873" y="467"/>
                </a:lnTo>
                <a:cubicBezTo>
                  <a:pt x="8007" y="467"/>
                  <a:pt x="8140" y="367"/>
                  <a:pt x="8140" y="234"/>
                </a:cubicBezTo>
                <a:cubicBezTo>
                  <a:pt x="8140" y="101"/>
                  <a:pt x="8007" y="0"/>
                  <a:pt x="78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7"/>
          <p:cNvSpPr/>
          <p:nvPr/>
        </p:nvSpPr>
        <p:spPr>
          <a:xfrm>
            <a:off x="8720653" y="1349725"/>
            <a:ext cx="240542" cy="13136"/>
          </a:xfrm>
          <a:custGeom>
            <a:avLst/>
            <a:gdLst/>
            <a:ahLst/>
            <a:cxnLst/>
            <a:rect l="l" t="t" r="r" b="b"/>
            <a:pathLst>
              <a:path w="9174" h="501" extrusionOk="0">
                <a:moveTo>
                  <a:pt x="234" y="1"/>
                </a:moveTo>
                <a:cubicBezTo>
                  <a:pt x="100" y="1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8940" y="501"/>
                </a:lnTo>
                <a:cubicBezTo>
                  <a:pt x="9073" y="501"/>
                  <a:pt x="9173" y="401"/>
                  <a:pt x="9173" y="267"/>
                </a:cubicBezTo>
                <a:cubicBezTo>
                  <a:pt x="9173" y="134"/>
                  <a:pt x="9073" y="1"/>
                  <a:pt x="89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7"/>
          <p:cNvSpPr/>
          <p:nvPr/>
        </p:nvSpPr>
        <p:spPr>
          <a:xfrm>
            <a:off x="8882456" y="1320857"/>
            <a:ext cx="78739" cy="13162"/>
          </a:xfrm>
          <a:custGeom>
            <a:avLst/>
            <a:gdLst/>
            <a:ahLst/>
            <a:cxnLst/>
            <a:rect l="l" t="t" r="r" b="b"/>
            <a:pathLst>
              <a:path w="3003" h="502" extrusionOk="0">
                <a:moveTo>
                  <a:pt x="267" y="1"/>
                </a:moveTo>
                <a:cubicBezTo>
                  <a:pt x="134" y="1"/>
                  <a:pt x="0" y="101"/>
                  <a:pt x="0" y="268"/>
                </a:cubicBezTo>
                <a:cubicBezTo>
                  <a:pt x="0" y="401"/>
                  <a:pt x="134" y="501"/>
                  <a:pt x="267" y="501"/>
                </a:cubicBezTo>
                <a:lnTo>
                  <a:pt x="2769" y="501"/>
                </a:lnTo>
                <a:cubicBezTo>
                  <a:pt x="2902" y="501"/>
                  <a:pt x="3002" y="401"/>
                  <a:pt x="3002" y="268"/>
                </a:cubicBezTo>
                <a:cubicBezTo>
                  <a:pt x="3002" y="101"/>
                  <a:pt x="2902" y="1"/>
                  <a:pt x="27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7"/>
          <p:cNvSpPr/>
          <p:nvPr/>
        </p:nvSpPr>
        <p:spPr>
          <a:xfrm>
            <a:off x="8371666" y="1058474"/>
            <a:ext cx="251922" cy="13162"/>
          </a:xfrm>
          <a:custGeom>
            <a:avLst/>
            <a:gdLst/>
            <a:ahLst/>
            <a:cxnLst/>
            <a:rect l="l" t="t" r="r" b="b"/>
            <a:pathLst>
              <a:path w="9608" h="502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501"/>
                  <a:pt x="234" y="501"/>
                </a:cubicBezTo>
                <a:lnTo>
                  <a:pt x="9341" y="501"/>
                </a:lnTo>
                <a:cubicBezTo>
                  <a:pt x="9474" y="501"/>
                  <a:pt x="9608" y="368"/>
                  <a:pt x="9608" y="234"/>
                </a:cubicBezTo>
                <a:cubicBezTo>
                  <a:pt x="9608" y="101"/>
                  <a:pt x="9474" y="1"/>
                  <a:pt x="9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8371666" y="1467793"/>
            <a:ext cx="406725" cy="12271"/>
          </a:xfrm>
          <a:custGeom>
            <a:avLst/>
            <a:gdLst/>
            <a:ahLst/>
            <a:cxnLst/>
            <a:rect l="l" t="t" r="r" b="b"/>
            <a:pathLst>
              <a:path w="15512" h="468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468"/>
                  <a:pt x="234" y="468"/>
                </a:cubicBezTo>
                <a:lnTo>
                  <a:pt x="15278" y="468"/>
                </a:lnTo>
                <a:cubicBezTo>
                  <a:pt x="15412" y="468"/>
                  <a:pt x="15512" y="368"/>
                  <a:pt x="15512" y="234"/>
                </a:cubicBezTo>
                <a:cubicBezTo>
                  <a:pt x="15512" y="101"/>
                  <a:pt x="15412" y="1"/>
                  <a:pt x="152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7"/>
          <p:cNvSpPr/>
          <p:nvPr/>
        </p:nvSpPr>
        <p:spPr>
          <a:xfrm>
            <a:off x="8741629" y="1392595"/>
            <a:ext cx="120743" cy="12271"/>
          </a:xfrm>
          <a:custGeom>
            <a:avLst/>
            <a:gdLst/>
            <a:ahLst/>
            <a:cxnLst/>
            <a:rect l="l" t="t" r="r" b="b"/>
            <a:pathLst>
              <a:path w="4605" h="468" extrusionOk="0">
                <a:moveTo>
                  <a:pt x="268" y="0"/>
                </a:moveTo>
                <a:cubicBezTo>
                  <a:pt x="134" y="0"/>
                  <a:pt x="1" y="100"/>
                  <a:pt x="1" y="234"/>
                </a:cubicBezTo>
                <a:cubicBezTo>
                  <a:pt x="1" y="367"/>
                  <a:pt x="134" y="467"/>
                  <a:pt x="268" y="467"/>
                </a:cubicBezTo>
                <a:lnTo>
                  <a:pt x="4371" y="467"/>
                </a:lnTo>
                <a:cubicBezTo>
                  <a:pt x="4504" y="467"/>
                  <a:pt x="4604" y="367"/>
                  <a:pt x="4604" y="234"/>
                </a:cubicBezTo>
                <a:cubicBezTo>
                  <a:pt x="4604" y="100"/>
                  <a:pt x="4504" y="0"/>
                  <a:pt x="4371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7"/>
          <p:cNvSpPr/>
          <p:nvPr/>
        </p:nvSpPr>
        <p:spPr>
          <a:xfrm>
            <a:off x="8902567" y="1392595"/>
            <a:ext cx="160965" cy="12271"/>
          </a:xfrm>
          <a:custGeom>
            <a:avLst/>
            <a:gdLst/>
            <a:ahLst/>
            <a:cxnLst/>
            <a:rect l="l" t="t" r="r" b="b"/>
            <a:pathLst>
              <a:path w="613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5905" y="467"/>
                </a:lnTo>
                <a:cubicBezTo>
                  <a:pt x="6038" y="467"/>
                  <a:pt x="6138" y="367"/>
                  <a:pt x="6138" y="234"/>
                </a:cubicBezTo>
                <a:cubicBezTo>
                  <a:pt x="6138" y="100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8902567" y="1452062"/>
            <a:ext cx="160965" cy="13136"/>
          </a:xfrm>
          <a:custGeom>
            <a:avLst/>
            <a:gdLst/>
            <a:ahLst/>
            <a:cxnLst/>
            <a:rect l="l" t="t" r="r" b="b"/>
            <a:pathLst>
              <a:path w="613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5905" y="501"/>
                </a:lnTo>
                <a:cubicBezTo>
                  <a:pt x="6038" y="501"/>
                  <a:pt x="6138" y="401"/>
                  <a:pt x="6138" y="267"/>
                </a:cubicBezTo>
                <a:cubicBezTo>
                  <a:pt x="6138" y="134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8371666" y="1508906"/>
            <a:ext cx="61250" cy="13136"/>
          </a:xfrm>
          <a:custGeom>
            <a:avLst/>
            <a:gdLst/>
            <a:ahLst/>
            <a:cxnLst/>
            <a:rect l="l" t="t" r="r" b="b"/>
            <a:pathLst>
              <a:path w="2336" h="501" extrusionOk="0">
                <a:moveTo>
                  <a:pt x="234" y="1"/>
                </a:moveTo>
                <a:cubicBezTo>
                  <a:pt x="101" y="1"/>
                  <a:pt x="1" y="101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102" y="501"/>
                </a:lnTo>
                <a:cubicBezTo>
                  <a:pt x="2236" y="501"/>
                  <a:pt x="2336" y="401"/>
                  <a:pt x="2336" y="267"/>
                </a:cubicBezTo>
                <a:cubicBezTo>
                  <a:pt x="2336" y="101"/>
                  <a:pt x="2236" y="1"/>
                  <a:pt x="21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7"/>
          <p:cNvSpPr/>
          <p:nvPr/>
        </p:nvSpPr>
        <p:spPr>
          <a:xfrm>
            <a:off x="8448648" y="1508906"/>
            <a:ext cx="378722" cy="13136"/>
          </a:xfrm>
          <a:custGeom>
            <a:avLst/>
            <a:gdLst/>
            <a:ahLst/>
            <a:cxnLst/>
            <a:rect l="l" t="t" r="r" b="b"/>
            <a:pathLst>
              <a:path w="14444" h="501" extrusionOk="0">
                <a:moveTo>
                  <a:pt x="267" y="1"/>
                </a:moveTo>
                <a:cubicBezTo>
                  <a:pt x="134" y="1"/>
                  <a:pt x="0" y="101"/>
                  <a:pt x="0" y="267"/>
                </a:cubicBezTo>
                <a:cubicBezTo>
                  <a:pt x="0" y="401"/>
                  <a:pt x="134" y="501"/>
                  <a:pt x="267" y="501"/>
                </a:cubicBezTo>
                <a:lnTo>
                  <a:pt x="14210" y="501"/>
                </a:lnTo>
                <a:cubicBezTo>
                  <a:pt x="14344" y="501"/>
                  <a:pt x="14444" y="401"/>
                  <a:pt x="14444" y="267"/>
                </a:cubicBezTo>
                <a:cubicBezTo>
                  <a:pt x="14444" y="101"/>
                  <a:pt x="14344" y="1"/>
                  <a:pt x="14210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58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01</a:t>
            </a:r>
            <a:endParaRPr dirty="0"/>
          </a:p>
        </p:txBody>
      </p:sp>
      <p:sp>
        <p:nvSpPr>
          <p:cNvPr id="1472" name="Google Shape;1472;p58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SOBRE MIM</a:t>
            </a:r>
            <a:endParaRPr dirty="0"/>
          </a:p>
        </p:txBody>
      </p:sp>
      <p:grpSp>
        <p:nvGrpSpPr>
          <p:cNvPr id="1473" name="Google Shape;1473;p58"/>
          <p:cNvGrpSpPr/>
          <p:nvPr/>
        </p:nvGrpSpPr>
        <p:grpSpPr>
          <a:xfrm>
            <a:off x="6293268" y="1146387"/>
            <a:ext cx="2850726" cy="2850726"/>
            <a:chOff x="1435250" y="482750"/>
            <a:chExt cx="4729925" cy="4729925"/>
          </a:xfrm>
        </p:grpSpPr>
        <p:sp>
          <p:nvSpPr>
            <p:cNvPr id="1474" name="Google Shape;1474;p58"/>
            <p:cNvSpPr/>
            <p:nvPr/>
          </p:nvSpPr>
          <p:spPr>
            <a:xfrm>
              <a:off x="1435250" y="2929250"/>
              <a:ext cx="3180475" cy="2283425"/>
            </a:xfrm>
            <a:custGeom>
              <a:avLst/>
              <a:gdLst/>
              <a:ahLst/>
              <a:cxnLst/>
              <a:rect l="l" t="t" r="r" b="b"/>
              <a:pathLst>
                <a:path w="127219" h="91337" extrusionOk="0">
                  <a:moveTo>
                    <a:pt x="19573" y="1"/>
                  </a:moveTo>
                  <a:cubicBezTo>
                    <a:pt x="8776" y="1"/>
                    <a:pt x="1" y="8775"/>
                    <a:pt x="1" y="19572"/>
                  </a:cubicBezTo>
                  <a:lnTo>
                    <a:pt x="1" y="91336"/>
                  </a:lnTo>
                  <a:lnTo>
                    <a:pt x="88075" y="91336"/>
                  </a:lnTo>
                  <a:lnTo>
                    <a:pt x="88075" y="29358"/>
                  </a:lnTo>
                  <a:lnTo>
                    <a:pt x="127218" y="68502"/>
                  </a:lnTo>
                  <a:lnTo>
                    <a:pt x="127218" y="35882"/>
                  </a:lnTo>
                  <a:lnTo>
                    <a:pt x="96132" y="4796"/>
                  </a:lnTo>
                  <a:cubicBezTo>
                    <a:pt x="93065" y="1729"/>
                    <a:pt x="88923" y="1"/>
                    <a:pt x="845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8"/>
            <p:cNvSpPr/>
            <p:nvPr/>
          </p:nvSpPr>
          <p:spPr>
            <a:xfrm>
              <a:off x="1484200" y="4046475"/>
              <a:ext cx="472200" cy="456100"/>
            </a:xfrm>
            <a:custGeom>
              <a:avLst/>
              <a:gdLst/>
              <a:ahLst/>
              <a:cxnLst/>
              <a:rect l="l" t="t" r="r" b="b"/>
              <a:pathLst>
                <a:path w="18888" h="18244" extrusionOk="0">
                  <a:moveTo>
                    <a:pt x="3601" y="1"/>
                  </a:moveTo>
                  <a:cubicBezTo>
                    <a:pt x="2765" y="1"/>
                    <a:pt x="1925" y="327"/>
                    <a:pt x="1272" y="979"/>
                  </a:cubicBezTo>
                  <a:cubicBezTo>
                    <a:pt x="0" y="2252"/>
                    <a:pt x="0" y="4307"/>
                    <a:pt x="1272" y="5579"/>
                  </a:cubicBezTo>
                  <a:lnTo>
                    <a:pt x="12983" y="17289"/>
                  </a:lnTo>
                  <a:cubicBezTo>
                    <a:pt x="13619" y="17925"/>
                    <a:pt x="14451" y="18243"/>
                    <a:pt x="15283" y="18243"/>
                  </a:cubicBezTo>
                  <a:cubicBezTo>
                    <a:pt x="16114" y="18243"/>
                    <a:pt x="16946" y="17925"/>
                    <a:pt x="17582" y="17289"/>
                  </a:cubicBezTo>
                  <a:cubicBezTo>
                    <a:pt x="18887" y="15985"/>
                    <a:pt x="18887" y="13929"/>
                    <a:pt x="17582" y="12657"/>
                  </a:cubicBezTo>
                  <a:lnTo>
                    <a:pt x="5904" y="979"/>
                  </a:lnTo>
                  <a:cubicBezTo>
                    <a:pt x="5268" y="327"/>
                    <a:pt x="4436" y="1"/>
                    <a:pt x="3601" y="1"/>
                  </a:cubicBezTo>
                  <a:close/>
                </a:path>
              </a:pathLst>
            </a:custGeom>
            <a:solidFill>
              <a:srgbClr val="A85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58"/>
            <p:cNvSpPr/>
            <p:nvPr/>
          </p:nvSpPr>
          <p:spPr>
            <a:xfrm>
              <a:off x="1891950" y="3557800"/>
              <a:ext cx="512950" cy="496250"/>
            </a:xfrm>
            <a:custGeom>
              <a:avLst/>
              <a:gdLst/>
              <a:ahLst/>
              <a:cxnLst/>
              <a:rect l="l" t="t" r="r" b="b"/>
              <a:pathLst>
                <a:path w="20518" h="19850" extrusionOk="0">
                  <a:moveTo>
                    <a:pt x="3601" y="0"/>
                  </a:moveTo>
                  <a:cubicBezTo>
                    <a:pt x="2765" y="0"/>
                    <a:pt x="1925" y="318"/>
                    <a:pt x="1272" y="954"/>
                  </a:cubicBezTo>
                  <a:cubicBezTo>
                    <a:pt x="0" y="2227"/>
                    <a:pt x="0" y="4282"/>
                    <a:pt x="1272" y="5554"/>
                  </a:cubicBezTo>
                  <a:lnTo>
                    <a:pt x="14614" y="18895"/>
                  </a:lnTo>
                  <a:cubicBezTo>
                    <a:pt x="15250" y="19531"/>
                    <a:pt x="16082" y="19850"/>
                    <a:pt x="16913" y="19850"/>
                  </a:cubicBezTo>
                  <a:cubicBezTo>
                    <a:pt x="17745" y="19850"/>
                    <a:pt x="18577" y="19531"/>
                    <a:pt x="19213" y="18895"/>
                  </a:cubicBezTo>
                  <a:cubicBezTo>
                    <a:pt x="20518" y="17591"/>
                    <a:pt x="20518" y="15536"/>
                    <a:pt x="19213" y="14263"/>
                  </a:cubicBezTo>
                  <a:lnTo>
                    <a:pt x="5904" y="954"/>
                  </a:lnTo>
                  <a:cubicBezTo>
                    <a:pt x="5268" y="318"/>
                    <a:pt x="4436" y="0"/>
                    <a:pt x="3601" y="0"/>
                  </a:cubicBezTo>
                  <a:close/>
                </a:path>
              </a:pathLst>
            </a:custGeom>
            <a:solidFill>
              <a:srgbClr val="A85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58"/>
            <p:cNvSpPr/>
            <p:nvPr/>
          </p:nvSpPr>
          <p:spPr>
            <a:xfrm>
              <a:off x="4615700" y="3663200"/>
              <a:ext cx="1549475" cy="1549475"/>
            </a:xfrm>
            <a:custGeom>
              <a:avLst/>
              <a:gdLst/>
              <a:ahLst/>
              <a:cxnLst/>
              <a:rect l="l" t="t" r="r" b="b"/>
              <a:pathLst>
                <a:path w="61979" h="61979" extrusionOk="0">
                  <a:moveTo>
                    <a:pt x="0" y="0"/>
                  </a:moveTo>
                  <a:lnTo>
                    <a:pt x="0" y="61978"/>
                  </a:lnTo>
                  <a:lnTo>
                    <a:pt x="61978" y="61978"/>
                  </a:lnTo>
                  <a:lnTo>
                    <a:pt x="61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58"/>
            <p:cNvSpPr/>
            <p:nvPr/>
          </p:nvSpPr>
          <p:spPr>
            <a:xfrm>
              <a:off x="3310900" y="4886450"/>
              <a:ext cx="1304825" cy="326225"/>
            </a:xfrm>
            <a:custGeom>
              <a:avLst/>
              <a:gdLst/>
              <a:ahLst/>
              <a:cxnLst/>
              <a:rect l="l" t="t" r="r" b="b"/>
              <a:pathLst>
                <a:path w="52193" h="13049" extrusionOk="0">
                  <a:moveTo>
                    <a:pt x="1" y="0"/>
                  </a:moveTo>
                  <a:lnTo>
                    <a:pt x="1" y="6524"/>
                  </a:lnTo>
                  <a:cubicBezTo>
                    <a:pt x="1" y="10112"/>
                    <a:pt x="2936" y="13048"/>
                    <a:pt x="6525" y="13048"/>
                  </a:cubicBezTo>
                  <a:lnTo>
                    <a:pt x="52192" y="13048"/>
                  </a:lnTo>
                  <a:lnTo>
                    <a:pt x="52192" y="0"/>
                  </a:lnTo>
                  <a:close/>
                </a:path>
              </a:pathLst>
            </a:custGeom>
            <a:solidFill>
              <a:srgbClr val="2B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58"/>
            <p:cNvSpPr/>
            <p:nvPr/>
          </p:nvSpPr>
          <p:spPr>
            <a:xfrm>
              <a:off x="2413850" y="2684600"/>
              <a:ext cx="489325" cy="733550"/>
            </a:xfrm>
            <a:custGeom>
              <a:avLst/>
              <a:gdLst/>
              <a:ahLst/>
              <a:cxnLst/>
              <a:rect l="l" t="t" r="r" b="b"/>
              <a:pathLst>
                <a:path w="19573" h="29342" extrusionOk="0">
                  <a:moveTo>
                    <a:pt x="1" y="1"/>
                  </a:moveTo>
                  <a:lnTo>
                    <a:pt x="1" y="19573"/>
                  </a:lnTo>
                  <a:cubicBezTo>
                    <a:pt x="1" y="24335"/>
                    <a:pt x="3426" y="28412"/>
                    <a:pt x="8123" y="29195"/>
                  </a:cubicBezTo>
                  <a:cubicBezTo>
                    <a:pt x="8688" y="29293"/>
                    <a:pt x="9252" y="29341"/>
                    <a:pt x="9809" y="29341"/>
                  </a:cubicBezTo>
                  <a:cubicBezTo>
                    <a:pt x="13883" y="29341"/>
                    <a:pt x="17612" y="26795"/>
                    <a:pt x="19018" y="22834"/>
                  </a:cubicBezTo>
                  <a:cubicBezTo>
                    <a:pt x="19377" y="21791"/>
                    <a:pt x="19573" y="20682"/>
                    <a:pt x="19573" y="19573"/>
                  </a:cubicBezTo>
                  <a:lnTo>
                    <a:pt x="19573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58"/>
            <p:cNvSpPr/>
            <p:nvPr/>
          </p:nvSpPr>
          <p:spPr>
            <a:xfrm>
              <a:off x="2576950" y="2684600"/>
              <a:ext cx="326225" cy="570875"/>
            </a:xfrm>
            <a:custGeom>
              <a:avLst/>
              <a:gdLst/>
              <a:ahLst/>
              <a:cxnLst/>
              <a:rect l="l" t="t" r="r" b="b"/>
              <a:pathLst>
                <a:path w="13049" h="22835" extrusionOk="0">
                  <a:moveTo>
                    <a:pt x="1" y="1"/>
                  </a:moveTo>
                  <a:lnTo>
                    <a:pt x="1" y="13049"/>
                  </a:lnTo>
                  <a:cubicBezTo>
                    <a:pt x="1" y="18463"/>
                    <a:pt x="4372" y="22834"/>
                    <a:pt x="9787" y="22834"/>
                  </a:cubicBezTo>
                  <a:lnTo>
                    <a:pt x="12494" y="22834"/>
                  </a:lnTo>
                  <a:cubicBezTo>
                    <a:pt x="12853" y="21791"/>
                    <a:pt x="13049" y="20682"/>
                    <a:pt x="13049" y="19573"/>
                  </a:cubicBezTo>
                  <a:lnTo>
                    <a:pt x="13049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58"/>
            <p:cNvSpPr/>
            <p:nvPr/>
          </p:nvSpPr>
          <p:spPr>
            <a:xfrm>
              <a:off x="1924550" y="4030175"/>
              <a:ext cx="2691175" cy="856300"/>
            </a:xfrm>
            <a:custGeom>
              <a:avLst/>
              <a:gdLst/>
              <a:ahLst/>
              <a:cxnLst/>
              <a:rect l="l" t="t" r="r" b="b"/>
              <a:pathLst>
                <a:path w="107647" h="34252" extrusionOk="0">
                  <a:moveTo>
                    <a:pt x="17942" y="0"/>
                  </a:moveTo>
                  <a:lnTo>
                    <a:pt x="1" y="17941"/>
                  </a:lnTo>
                  <a:lnTo>
                    <a:pt x="8678" y="26618"/>
                  </a:lnTo>
                  <a:cubicBezTo>
                    <a:pt x="13571" y="31511"/>
                    <a:pt x="20193" y="34251"/>
                    <a:pt x="27108" y="34251"/>
                  </a:cubicBezTo>
                  <a:lnTo>
                    <a:pt x="75027" y="34251"/>
                  </a:lnTo>
                  <a:lnTo>
                    <a:pt x="88075" y="24465"/>
                  </a:lnTo>
                  <a:lnTo>
                    <a:pt x="99720" y="33207"/>
                  </a:lnTo>
                  <a:cubicBezTo>
                    <a:pt x="100633" y="33892"/>
                    <a:pt x="101742" y="34251"/>
                    <a:pt x="102851" y="34251"/>
                  </a:cubicBezTo>
                  <a:cubicBezTo>
                    <a:pt x="105494" y="34251"/>
                    <a:pt x="107646" y="32098"/>
                    <a:pt x="107646" y="29456"/>
                  </a:cubicBezTo>
                  <a:cubicBezTo>
                    <a:pt x="107646" y="28347"/>
                    <a:pt x="107255" y="27271"/>
                    <a:pt x="106537" y="26390"/>
                  </a:cubicBezTo>
                  <a:lnTo>
                    <a:pt x="95512" y="13146"/>
                  </a:lnTo>
                  <a:cubicBezTo>
                    <a:pt x="92870" y="9982"/>
                    <a:pt x="88955" y="8155"/>
                    <a:pt x="84845" y="8155"/>
                  </a:cubicBezTo>
                  <a:cubicBezTo>
                    <a:pt x="82660" y="8155"/>
                    <a:pt x="80539" y="8645"/>
                    <a:pt x="78615" y="9623"/>
                  </a:cubicBezTo>
                  <a:lnTo>
                    <a:pt x="68503" y="14679"/>
                  </a:lnTo>
                  <a:lnTo>
                    <a:pt x="32621" y="14679"/>
                  </a:lnTo>
                  <a:lnTo>
                    <a:pt x="17942" y="0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58"/>
            <p:cNvSpPr/>
            <p:nvPr/>
          </p:nvSpPr>
          <p:spPr>
            <a:xfrm>
              <a:off x="3963300" y="3581650"/>
              <a:ext cx="652425" cy="1060175"/>
            </a:xfrm>
            <a:custGeom>
              <a:avLst/>
              <a:gdLst/>
              <a:ahLst/>
              <a:cxnLst/>
              <a:rect l="l" t="t" r="r" b="b"/>
              <a:pathLst>
                <a:path w="26097" h="42407" extrusionOk="0">
                  <a:moveTo>
                    <a:pt x="16310" y="0"/>
                  </a:moveTo>
                  <a:lnTo>
                    <a:pt x="1" y="16310"/>
                  </a:lnTo>
                  <a:lnTo>
                    <a:pt x="26096" y="42406"/>
                  </a:lnTo>
                  <a:lnTo>
                    <a:pt x="26096" y="9786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58"/>
            <p:cNvSpPr/>
            <p:nvPr/>
          </p:nvSpPr>
          <p:spPr>
            <a:xfrm>
              <a:off x="5186550" y="4152500"/>
              <a:ext cx="489325" cy="489325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6" y="0"/>
                  </a:moveTo>
                  <a:cubicBezTo>
                    <a:pt x="4371" y="0"/>
                    <a:pt x="0" y="4371"/>
                    <a:pt x="0" y="9786"/>
                  </a:cubicBezTo>
                  <a:cubicBezTo>
                    <a:pt x="0" y="15201"/>
                    <a:pt x="4371" y="19572"/>
                    <a:pt x="9786" y="19572"/>
                  </a:cubicBezTo>
                  <a:cubicBezTo>
                    <a:pt x="15201" y="19572"/>
                    <a:pt x="19572" y="15201"/>
                    <a:pt x="19572" y="9786"/>
                  </a:cubicBezTo>
                  <a:cubicBezTo>
                    <a:pt x="19572" y="4371"/>
                    <a:pt x="15201" y="0"/>
                    <a:pt x="9786" y="0"/>
                  </a:cubicBezTo>
                  <a:close/>
                </a:path>
              </a:pathLst>
            </a:custGeom>
            <a:solidFill>
              <a:srgbClr val="2B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58"/>
            <p:cNvSpPr/>
            <p:nvPr/>
          </p:nvSpPr>
          <p:spPr>
            <a:xfrm>
              <a:off x="3555550" y="482750"/>
              <a:ext cx="2609625" cy="2772725"/>
            </a:xfrm>
            <a:custGeom>
              <a:avLst/>
              <a:gdLst/>
              <a:ahLst/>
              <a:cxnLst/>
              <a:rect l="l" t="t" r="r" b="b"/>
              <a:pathLst>
                <a:path w="104385" h="110909" extrusionOk="0">
                  <a:moveTo>
                    <a:pt x="6525" y="1"/>
                  </a:moveTo>
                  <a:cubicBezTo>
                    <a:pt x="2936" y="1"/>
                    <a:pt x="1" y="2937"/>
                    <a:pt x="1" y="6525"/>
                  </a:cubicBezTo>
                  <a:lnTo>
                    <a:pt x="1" y="88075"/>
                  </a:lnTo>
                  <a:cubicBezTo>
                    <a:pt x="1" y="91663"/>
                    <a:pt x="2936" y="94599"/>
                    <a:pt x="6525" y="94599"/>
                  </a:cubicBezTo>
                  <a:lnTo>
                    <a:pt x="48930" y="94599"/>
                  </a:lnTo>
                  <a:lnTo>
                    <a:pt x="71764" y="110908"/>
                  </a:lnTo>
                  <a:lnTo>
                    <a:pt x="71764" y="94599"/>
                  </a:lnTo>
                  <a:lnTo>
                    <a:pt x="97860" y="94599"/>
                  </a:lnTo>
                  <a:cubicBezTo>
                    <a:pt x="101448" y="94599"/>
                    <a:pt x="104384" y="91663"/>
                    <a:pt x="104384" y="88075"/>
                  </a:cubicBezTo>
                  <a:lnTo>
                    <a:pt x="104384" y="6525"/>
                  </a:lnTo>
                  <a:cubicBezTo>
                    <a:pt x="104384" y="2937"/>
                    <a:pt x="101448" y="1"/>
                    <a:pt x="978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58"/>
            <p:cNvSpPr/>
            <p:nvPr/>
          </p:nvSpPr>
          <p:spPr>
            <a:xfrm>
              <a:off x="3881750" y="10536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58"/>
            <p:cNvSpPr/>
            <p:nvPr/>
          </p:nvSpPr>
          <p:spPr>
            <a:xfrm>
              <a:off x="4289500" y="1053600"/>
              <a:ext cx="489325" cy="163125"/>
            </a:xfrm>
            <a:custGeom>
              <a:avLst/>
              <a:gdLst/>
              <a:ahLst/>
              <a:cxnLst/>
              <a:rect l="l" t="t" r="r" b="b"/>
              <a:pathLst>
                <a:path w="19573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19572" y="6525"/>
                  </a:lnTo>
                  <a:lnTo>
                    <a:pt x="19572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58"/>
            <p:cNvSpPr/>
            <p:nvPr/>
          </p:nvSpPr>
          <p:spPr>
            <a:xfrm>
              <a:off x="4941900" y="10536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58"/>
            <p:cNvSpPr/>
            <p:nvPr/>
          </p:nvSpPr>
          <p:spPr>
            <a:xfrm>
              <a:off x="3881750" y="13798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58"/>
            <p:cNvSpPr/>
            <p:nvPr/>
          </p:nvSpPr>
          <p:spPr>
            <a:xfrm>
              <a:off x="4289500" y="1379800"/>
              <a:ext cx="244675" cy="163125"/>
            </a:xfrm>
            <a:custGeom>
              <a:avLst/>
              <a:gdLst/>
              <a:ahLst/>
              <a:cxnLst/>
              <a:rect l="l" t="t" r="r" b="b"/>
              <a:pathLst>
                <a:path w="9787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9786" y="6525"/>
                  </a:lnTo>
                  <a:lnTo>
                    <a:pt x="9786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58"/>
            <p:cNvSpPr/>
            <p:nvPr/>
          </p:nvSpPr>
          <p:spPr>
            <a:xfrm>
              <a:off x="4697250" y="1379800"/>
              <a:ext cx="897075" cy="163125"/>
            </a:xfrm>
            <a:custGeom>
              <a:avLst/>
              <a:gdLst/>
              <a:ahLst/>
              <a:cxnLst/>
              <a:rect l="l" t="t" r="r" b="b"/>
              <a:pathLst>
                <a:path w="35883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35882" y="6525"/>
                  </a:lnTo>
                  <a:lnTo>
                    <a:pt x="35882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58"/>
            <p:cNvSpPr/>
            <p:nvPr/>
          </p:nvSpPr>
          <p:spPr>
            <a:xfrm>
              <a:off x="3881750" y="17060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58"/>
            <p:cNvSpPr/>
            <p:nvPr/>
          </p:nvSpPr>
          <p:spPr>
            <a:xfrm>
              <a:off x="4289500" y="1706000"/>
              <a:ext cx="652425" cy="163125"/>
            </a:xfrm>
            <a:custGeom>
              <a:avLst/>
              <a:gdLst/>
              <a:ahLst/>
              <a:cxnLst/>
              <a:rect l="l" t="t" r="r" b="b"/>
              <a:pathLst>
                <a:path w="26097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26096" y="6525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8"/>
            <p:cNvSpPr/>
            <p:nvPr/>
          </p:nvSpPr>
          <p:spPr>
            <a:xfrm>
              <a:off x="5105000" y="17060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58"/>
            <p:cNvSpPr/>
            <p:nvPr/>
          </p:nvSpPr>
          <p:spPr>
            <a:xfrm>
              <a:off x="3881750" y="20322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58"/>
            <p:cNvSpPr/>
            <p:nvPr/>
          </p:nvSpPr>
          <p:spPr>
            <a:xfrm>
              <a:off x="4289500" y="2032200"/>
              <a:ext cx="1141725" cy="163125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45668" y="6525"/>
                  </a:lnTo>
                  <a:lnTo>
                    <a:pt x="45668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58"/>
            <p:cNvSpPr/>
            <p:nvPr/>
          </p:nvSpPr>
          <p:spPr>
            <a:xfrm>
              <a:off x="5594300" y="20322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58"/>
            <p:cNvSpPr/>
            <p:nvPr/>
          </p:nvSpPr>
          <p:spPr>
            <a:xfrm>
              <a:off x="3881750" y="23584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58"/>
            <p:cNvSpPr/>
            <p:nvPr/>
          </p:nvSpPr>
          <p:spPr>
            <a:xfrm>
              <a:off x="4289500" y="2358400"/>
              <a:ext cx="733975" cy="163125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29358" y="6525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58"/>
            <p:cNvSpPr/>
            <p:nvPr/>
          </p:nvSpPr>
          <p:spPr>
            <a:xfrm>
              <a:off x="5186550" y="23584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58"/>
            <p:cNvSpPr/>
            <p:nvPr/>
          </p:nvSpPr>
          <p:spPr>
            <a:xfrm>
              <a:off x="2413850" y="2358400"/>
              <a:ext cx="652425" cy="733975"/>
            </a:xfrm>
            <a:custGeom>
              <a:avLst/>
              <a:gdLst/>
              <a:ahLst/>
              <a:cxnLst/>
              <a:rect l="l" t="t" r="r" b="b"/>
              <a:pathLst>
                <a:path w="26097" h="29359" extrusionOk="0">
                  <a:moveTo>
                    <a:pt x="9787" y="1"/>
                  </a:moveTo>
                  <a:lnTo>
                    <a:pt x="1" y="9787"/>
                  </a:lnTo>
                  <a:lnTo>
                    <a:pt x="1" y="16311"/>
                  </a:lnTo>
                  <a:cubicBezTo>
                    <a:pt x="1" y="23520"/>
                    <a:pt x="5840" y="29359"/>
                    <a:pt x="13049" y="29359"/>
                  </a:cubicBezTo>
                  <a:cubicBezTo>
                    <a:pt x="20258" y="29359"/>
                    <a:pt x="26097" y="23520"/>
                    <a:pt x="26097" y="16311"/>
                  </a:cubicBezTo>
                  <a:lnTo>
                    <a:pt x="2609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58"/>
            <p:cNvSpPr/>
            <p:nvPr/>
          </p:nvSpPr>
          <p:spPr>
            <a:xfrm>
              <a:off x="2413850" y="2032200"/>
              <a:ext cx="815525" cy="570875"/>
            </a:xfrm>
            <a:custGeom>
              <a:avLst/>
              <a:gdLst/>
              <a:ahLst/>
              <a:cxnLst/>
              <a:rect l="l" t="t" r="r" b="b"/>
              <a:pathLst>
                <a:path w="32621" h="22835" extrusionOk="0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2835"/>
                  </a:lnTo>
                  <a:lnTo>
                    <a:pt x="9787" y="13049"/>
                  </a:lnTo>
                  <a:lnTo>
                    <a:pt x="26097" y="13049"/>
                  </a:lnTo>
                  <a:lnTo>
                    <a:pt x="29293" y="11450"/>
                  </a:lnTo>
                  <a:cubicBezTo>
                    <a:pt x="31316" y="10439"/>
                    <a:pt x="32621" y="8351"/>
                    <a:pt x="32621" y="6035"/>
                  </a:cubicBezTo>
                  <a:cubicBezTo>
                    <a:pt x="32621" y="2708"/>
                    <a:pt x="29913" y="1"/>
                    <a:pt x="26586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58"/>
            <p:cNvSpPr/>
            <p:nvPr/>
          </p:nvSpPr>
          <p:spPr>
            <a:xfrm>
              <a:off x="3718650" y="64585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63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3" y="6525"/>
                  </a:cubicBezTo>
                  <a:cubicBezTo>
                    <a:pt x="5057" y="6525"/>
                    <a:pt x="6525" y="5057"/>
                    <a:pt x="6525" y="3263"/>
                  </a:cubicBezTo>
                  <a:cubicBezTo>
                    <a:pt x="6525" y="1469"/>
                    <a:pt x="5057" y="1"/>
                    <a:pt x="3263" y="1"/>
                  </a:cubicBezTo>
                  <a:close/>
                </a:path>
              </a:pathLst>
            </a:custGeom>
            <a:solidFill>
              <a:srgbClr val="1982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58"/>
            <p:cNvSpPr/>
            <p:nvPr/>
          </p:nvSpPr>
          <p:spPr>
            <a:xfrm>
              <a:off x="3963300" y="64585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63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3" y="6525"/>
                  </a:cubicBezTo>
                  <a:cubicBezTo>
                    <a:pt x="5057" y="6525"/>
                    <a:pt x="6525" y="5057"/>
                    <a:pt x="6525" y="3263"/>
                  </a:cubicBezTo>
                  <a:cubicBezTo>
                    <a:pt x="6525" y="1469"/>
                    <a:pt x="5057" y="1"/>
                    <a:pt x="3263" y="1"/>
                  </a:cubicBezTo>
                  <a:close/>
                </a:path>
              </a:pathLst>
            </a:custGeom>
            <a:solidFill>
              <a:srgbClr val="22A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58"/>
            <p:cNvSpPr/>
            <p:nvPr/>
          </p:nvSpPr>
          <p:spPr>
            <a:xfrm>
              <a:off x="4207950" y="64585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62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2" y="6525"/>
                  </a:cubicBezTo>
                  <a:cubicBezTo>
                    <a:pt x="5057" y="6525"/>
                    <a:pt x="6524" y="5057"/>
                    <a:pt x="6524" y="3263"/>
                  </a:cubicBezTo>
                  <a:cubicBezTo>
                    <a:pt x="6524" y="1469"/>
                    <a:pt x="5057" y="1"/>
                    <a:pt x="3262" y="1"/>
                  </a:cubicBez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5" name="Google Shape;1505;p58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506" name="Google Shape;1506;p58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58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58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58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8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8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720000" y="341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SOBRE MIM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667" name="Google Shape;667;p28"/>
          <p:cNvSpPr txBox="1">
            <a:spLocks noGrp="1"/>
          </p:cNvSpPr>
          <p:nvPr>
            <p:ph type="body" idx="1"/>
          </p:nvPr>
        </p:nvSpPr>
        <p:spPr>
          <a:xfrm>
            <a:off x="720000" y="812167"/>
            <a:ext cx="7890600" cy="30177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171450" indent="-171450">
              <a:spcAft>
                <a:spcPts val="1600"/>
              </a:spcAft>
            </a:pPr>
            <a:r>
              <a:rPr lang="pt-BR" sz="1400" dirty="0"/>
              <a:t>Sou bacharel em Ciência da Computação pelo Centro Universitário do Triângulo (UNITRI), com experiência sólida em desenvolvimento de sistemas web e administração de ambientes de TI.</a:t>
            </a:r>
          </a:p>
          <a:p>
            <a:pPr marL="171450" indent="-171450">
              <a:spcAft>
                <a:spcPts val="1600"/>
              </a:spcAft>
            </a:pPr>
            <a:r>
              <a:rPr lang="pt-BR" sz="1400" dirty="0"/>
              <a:t>Iniciei minha carreira como Desenvolvedor de Sistemas Júnior na </a:t>
            </a:r>
            <a:r>
              <a:rPr lang="pt-BR" sz="1400" dirty="0" err="1"/>
              <a:t>Vine</a:t>
            </a:r>
            <a:r>
              <a:rPr lang="pt-BR" sz="1400" dirty="0"/>
              <a:t> Soluções, onde participei do desenvolvimento e manutenção de sistemas para o agronegócio. Posteriormente, avancei para a posição de Analista de Sistemas no Martins Atacado, focando em aplicações B2C e integrações com Oracle ERP.</a:t>
            </a:r>
          </a:p>
          <a:p>
            <a:pPr marL="171450" indent="-171450">
              <a:spcAft>
                <a:spcPts val="1600"/>
              </a:spcAft>
            </a:pPr>
            <a:r>
              <a:rPr lang="pt-BR" sz="1400" dirty="0"/>
              <a:t>Atualmente, atuo como Analista de Sistemas Pleno, concentrando-me em sistemas administrativos e Oracle ERP, garantindo a eficiência operacional e resolvendo problemas complexos.</a:t>
            </a:r>
            <a:endParaRPr sz="1400" dirty="0"/>
          </a:p>
        </p:txBody>
      </p:sp>
      <p:sp>
        <p:nvSpPr>
          <p:cNvPr id="668" name="Google Shape;668;p28"/>
          <p:cNvSpPr txBox="1"/>
          <p:nvPr/>
        </p:nvSpPr>
        <p:spPr>
          <a:xfrm>
            <a:off x="723900" y="4229100"/>
            <a:ext cx="7704000" cy="1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610F42-9153-C503-488B-D6DEE0372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142" y="3555969"/>
            <a:ext cx="915458" cy="134626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8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190" name="Google Shape;1190;p48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SKILLS</a:t>
            </a:r>
          </a:p>
        </p:txBody>
      </p:sp>
      <p:grpSp>
        <p:nvGrpSpPr>
          <p:cNvPr id="1191" name="Google Shape;1191;p48"/>
          <p:cNvGrpSpPr/>
          <p:nvPr/>
        </p:nvGrpSpPr>
        <p:grpSpPr>
          <a:xfrm>
            <a:off x="6275293" y="1383097"/>
            <a:ext cx="2377303" cy="2377303"/>
            <a:chOff x="5612559" y="834972"/>
            <a:chExt cx="3473558" cy="3473558"/>
          </a:xfrm>
        </p:grpSpPr>
        <p:sp>
          <p:nvSpPr>
            <p:cNvPr id="1192" name="Google Shape;1192;p48"/>
            <p:cNvSpPr/>
            <p:nvPr/>
          </p:nvSpPr>
          <p:spPr>
            <a:xfrm>
              <a:off x="5612559" y="3034881"/>
              <a:ext cx="2894635" cy="1273649"/>
            </a:xfrm>
            <a:custGeom>
              <a:avLst/>
              <a:gdLst/>
              <a:ahLst/>
              <a:cxnLst/>
              <a:rect l="l" t="t" r="r" b="b"/>
              <a:pathLst>
                <a:path w="163101" h="71765" extrusionOk="0">
                  <a:moveTo>
                    <a:pt x="1" y="0"/>
                  </a:moveTo>
                  <a:lnTo>
                    <a:pt x="1" y="58716"/>
                  </a:lnTo>
                  <a:cubicBezTo>
                    <a:pt x="1" y="65925"/>
                    <a:pt x="5840" y="71764"/>
                    <a:pt x="13049" y="71764"/>
                  </a:cubicBezTo>
                  <a:lnTo>
                    <a:pt x="163100" y="71764"/>
                  </a:lnTo>
                  <a:cubicBezTo>
                    <a:pt x="155891" y="71764"/>
                    <a:pt x="150052" y="65925"/>
                    <a:pt x="150052" y="58716"/>
                  </a:cubicBezTo>
                  <a:lnTo>
                    <a:pt x="150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8"/>
            <p:cNvSpPr/>
            <p:nvPr/>
          </p:nvSpPr>
          <p:spPr>
            <a:xfrm>
              <a:off x="5612559" y="2571742"/>
              <a:ext cx="2663066" cy="463157"/>
            </a:xfrm>
            <a:custGeom>
              <a:avLst/>
              <a:gdLst/>
              <a:ahLst/>
              <a:cxnLst/>
              <a:rect l="l" t="t" r="r" b="b"/>
              <a:pathLst>
                <a:path w="150053" h="26097" extrusionOk="0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6096"/>
                  </a:lnTo>
                  <a:lnTo>
                    <a:pt x="150052" y="26096"/>
                  </a:lnTo>
                  <a:cubicBezTo>
                    <a:pt x="150052" y="18887"/>
                    <a:pt x="144213" y="13049"/>
                    <a:pt x="137004" y="13049"/>
                  </a:cubicBezTo>
                  <a:lnTo>
                    <a:pt x="52193" y="13049"/>
                  </a:lnTo>
                  <a:lnTo>
                    <a:pt x="46321" y="5220"/>
                  </a:lnTo>
                  <a:cubicBezTo>
                    <a:pt x="43842" y="1925"/>
                    <a:pt x="39993" y="1"/>
                    <a:pt x="3588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8"/>
            <p:cNvSpPr/>
            <p:nvPr/>
          </p:nvSpPr>
          <p:spPr>
            <a:xfrm>
              <a:off x="6075698" y="1413895"/>
              <a:ext cx="2663066" cy="2894635"/>
            </a:xfrm>
            <a:custGeom>
              <a:avLst/>
              <a:gdLst/>
              <a:ahLst/>
              <a:cxnLst/>
              <a:rect l="l" t="t" r="r" b="b"/>
              <a:pathLst>
                <a:path w="150053" h="163101" extrusionOk="0">
                  <a:moveTo>
                    <a:pt x="55455" y="1"/>
                  </a:moveTo>
                  <a:lnTo>
                    <a:pt x="48931" y="6525"/>
                  </a:lnTo>
                  <a:lnTo>
                    <a:pt x="1" y="6525"/>
                  </a:lnTo>
                  <a:lnTo>
                    <a:pt x="1" y="65241"/>
                  </a:lnTo>
                  <a:lnTo>
                    <a:pt x="9787" y="65241"/>
                  </a:lnTo>
                  <a:cubicBezTo>
                    <a:pt x="13897" y="65241"/>
                    <a:pt x="17746" y="67165"/>
                    <a:pt x="20225" y="70460"/>
                  </a:cubicBezTo>
                  <a:lnTo>
                    <a:pt x="26097" y="78289"/>
                  </a:lnTo>
                  <a:lnTo>
                    <a:pt x="110908" y="78289"/>
                  </a:lnTo>
                  <a:cubicBezTo>
                    <a:pt x="118117" y="78289"/>
                    <a:pt x="123956" y="84127"/>
                    <a:pt x="123956" y="91336"/>
                  </a:cubicBezTo>
                  <a:lnTo>
                    <a:pt x="123956" y="150052"/>
                  </a:lnTo>
                  <a:cubicBezTo>
                    <a:pt x="123956" y="157261"/>
                    <a:pt x="129795" y="163100"/>
                    <a:pt x="137004" y="163100"/>
                  </a:cubicBezTo>
                  <a:cubicBezTo>
                    <a:pt x="140592" y="163100"/>
                    <a:pt x="143854" y="161632"/>
                    <a:pt x="146236" y="159284"/>
                  </a:cubicBezTo>
                  <a:cubicBezTo>
                    <a:pt x="148584" y="156902"/>
                    <a:pt x="150052" y="153640"/>
                    <a:pt x="150052" y="150052"/>
                  </a:cubicBezTo>
                  <a:lnTo>
                    <a:pt x="150052" y="40417"/>
                  </a:lnTo>
                  <a:lnTo>
                    <a:pt x="143463" y="36437"/>
                  </a:lnTo>
                  <a:cubicBezTo>
                    <a:pt x="143137" y="36600"/>
                    <a:pt x="142811" y="36698"/>
                    <a:pt x="142484" y="36829"/>
                  </a:cubicBezTo>
                  <a:lnTo>
                    <a:pt x="140266" y="45669"/>
                  </a:lnTo>
                  <a:lnTo>
                    <a:pt x="120694" y="45669"/>
                  </a:lnTo>
                  <a:lnTo>
                    <a:pt x="118476" y="36829"/>
                  </a:lnTo>
                  <a:cubicBezTo>
                    <a:pt x="118150" y="36698"/>
                    <a:pt x="117824" y="36600"/>
                    <a:pt x="117498" y="36437"/>
                  </a:cubicBezTo>
                  <a:lnTo>
                    <a:pt x="109734" y="41134"/>
                  </a:lnTo>
                  <a:lnTo>
                    <a:pt x="95871" y="27271"/>
                  </a:lnTo>
                  <a:lnTo>
                    <a:pt x="100568" y="19508"/>
                  </a:lnTo>
                  <a:cubicBezTo>
                    <a:pt x="100405" y="19181"/>
                    <a:pt x="100307" y="18855"/>
                    <a:pt x="100176" y="18529"/>
                  </a:cubicBezTo>
                  <a:lnTo>
                    <a:pt x="91336" y="16311"/>
                  </a:lnTo>
                  <a:lnTo>
                    <a:pt x="91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8"/>
            <p:cNvSpPr/>
            <p:nvPr/>
          </p:nvSpPr>
          <p:spPr>
            <a:xfrm>
              <a:off x="6075698" y="1066541"/>
              <a:ext cx="1796420" cy="463157"/>
            </a:xfrm>
            <a:custGeom>
              <a:avLst/>
              <a:gdLst/>
              <a:ahLst/>
              <a:cxnLst/>
              <a:rect l="l" t="t" r="r" b="b"/>
              <a:pathLst>
                <a:path w="101221" h="26097" extrusionOk="0">
                  <a:moveTo>
                    <a:pt x="1" y="1"/>
                  </a:moveTo>
                  <a:lnTo>
                    <a:pt x="1" y="26097"/>
                  </a:lnTo>
                  <a:lnTo>
                    <a:pt x="48931" y="26097"/>
                  </a:lnTo>
                  <a:lnTo>
                    <a:pt x="55455" y="19573"/>
                  </a:lnTo>
                  <a:lnTo>
                    <a:pt x="91336" y="19573"/>
                  </a:lnTo>
                  <a:lnTo>
                    <a:pt x="91336" y="16311"/>
                  </a:lnTo>
                  <a:lnTo>
                    <a:pt x="100176" y="14093"/>
                  </a:lnTo>
                  <a:cubicBezTo>
                    <a:pt x="100307" y="13767"/>
                    <a:pt x="100405" y="13440"/>
                    <a:pt x="100568" y="13114"/>
                  </a:cubicBezTo>
                  <a:lnTo>
                    <a:pt x="95871" y="5351"/>
                  </a:lnTo>
                  <a:lnTo>
                    <a:pt x="101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8"/>
            <p:cNvSpPr/>
            <p:nvPr/>
          </p:nvSpPr>
          <p:spPr>
            <a:xfrm>
              <a:off x="8044038" y="1182326"/>
              <a:ext cx="694726" cy="694726"/>
            </a:xfrm>
            <a:custGeom>
              <a:avLst/>
              <a:gdLst/>
              <a:ahLst/>
              <a:cxnLst/>
              <a:rect l="l" t="t" r="r" b="b"/>
              <a:pathLst>
                <a:path w="39145" h="39145" extrusionOk="0">
                  <a:moveTo>
                    <a:pt x="19572" y="13049"/>
                  </a:moveTo>
                  <a:cubicBezTo>
                    <a:pt x="23161" y="13049"/>
                    <a:pt x="26096" y="15985"/>
                    <a:pt x="26096" y="19573"/>
                  </a:cubicBezTo>
                  <a:cubicBezTo>
                    <a:pt x="26096" y="23161"/>
                    <a:pt x="23161" y="26097"/>
                    <a:pt x="19572" y="26097"/>
                  </a:cubicBezTo>
                  <a:cubicBezTo>
                    <a:pt x="15984" y="26097"/>
                    <a:pt x="13048" y="23161"/>
                    <a:pt x="13048" y="19573"/>
                  </a:cubicBezTo>
                  <a:cubicBezTo>
                    <a:pt x="13048" y="15985"/>
                    <a:pt x="15984" y="13049"/>
                    <a:pt x="19572" y="13049"/>
                  </a:cubicBezTo>
                  <a:close/>
                  <a:moveTo>
                    <a:pt x="19572" y="1"/>
                  </a:moveTo>
                  <a:cubicBezTo>
                    <a:pt x="8775" y="1"/>
                    <a:pt x="0" y="8776"/>
                    <a:pt x="0" y="19573"/>
                  </a:cubicBezTo>
                  <a:cubicBezTo>
                    <a:pt x="0" y="30370"/>
                    <a:pt x="8775" y="39145"/>
                    <a:pt x="19572" y="39145"/>
                  </a:cubicBezTo>
                  <a:cubicBezTo>
                    <a:pt x="30369" y="39145"/>
                    <a:pt x="39144" y="30370"/>
                    <a:pt x="39144" y="19573"/>
                  </a:cubicBezTo>
                  <a:cubicBezTo>
                    <a:pt x="39144" y="8776"/>
                    <a:pt x="30369" y="1"/>
                    <a:pt x="19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8"/>
            <p:cNvSpPr/>
            <p:nvPr/>
          </p:nvSpPr>
          <p:spPr>
            <a:xfrm>
              <a:off x="7696684" y="834972"/>
              <a:ext cx="1389434" cy="1389434"/>
            </a:xfrm>
            <a:custGeom>
              <a:avLst/>
              <a:gdLst/>
              <a:ahLst/>
              <a:cxnLst/>
              <a:rect l="l" t="t" r="r" b="b"/>
              <a:pathLst>
                <a:path w="78289" h="78289" extrusionOk="0">
                  <a:moveTo>
                    <a:pt x="39144" y="19573"/>
                  </a:moveTo>
                  <a:cubicBezTo>
                    <a:pt x="49941" y="19573"/>
                    <a:pt x="58716" y="28348"/>
                    <a:pt x="58716" y="39145"/>
                  </a:cubicBezTo>
                  <a:cubicBezTo>
                    <a:pt x="58716" y="49942"/>
                    <a:pt x="49941" y="58717"/>
                    <a:pt x="39144" y="58717"/>
                  </a:cubicBezTo>
                  <a:cubicBezTo>
                    <a:pt x="28347" y="58717"/>
                    <a:pt x="19572" y="49942"/>
                    <a:pt x="19572" y="39145"/>
                  </a:cubicBezTo>
                  <a:cubicBezTo>
                    <a:pt x="19572" y="28348"/>
                    <a:pt x="28347" y="19573"/>
                    <a:pt x="39144" y="19573"/>
                  </a:cubicBezTo>
                  <a:close/>
                  <a:moveTo>
                    <a:pt x="29358" y="1"/>
                  </a:moveTo>
                  <a:lnTo>
                    <a:pt x="27140" y="8841"/>
                  </a:lnTo>
                  <a:cubicBezTo>
                    <a:pt x="26814" y="8971"/>
                    <a:pt x="26488" y="9069"/>
                    <a:pt x="26162" y="9232"/>
                  </a:cubicBezTo>
                  <a:lnTo>
                    <a:pt x="18398" y="4535"/>
                  </a:lnTo>
                  <a:lnTo>
                    <a:pt x="9884" y="13049"/>
                  </a:lnTo>
                  <a:lnTo>
                    <a:pt x="4535" y="18399"/>
                  </a:lnTo>
                  <a:lnTo>
                    <a:pt x="9232" y="26162"/>
                  </a:lnTo>
                  <a:cubicBezTo>
                    <a:pt x="9069" y="26488"/>
                    <a:pt x="8971" y="26815"/>
                    <a:pt x="8840" y="27141"/>
                  </a:cubicBezTo>
                  <a:lnTo>
                    <a:pt x="0" y="29359"/>
                  </a:lnTo>
                  <a:lnTo>
                    <a:pt x="0" y="32621"/>
                  </a:lnTo>
                  <a:lnTo>
                    <a:pt x="0" y="48931"/>
                  </a:lnTo>
                  <a:lnTo>
                    <a:pt x="8840" y="51149"/>
                  </a:lnTo>
                  <a:cubicBezTo>
                    <a:pt x="8971" y="51475"/>
                    <a:pt x="9069" y="51801"/>
                    <a:pt x="9232" y="52128"/>
                  </a:cubicBezTo>
                  <a:lnTo>
                    <a:pt x="4535" y="59891"/>
                  </a:lnTo>
                  <a:lnTo>
                    <a:pt x="18398" y="73754"/>
                  </a:lnTo>
                  <a:lnTo>
                    <a:pt x="26162" y="69057"/>
                  </a:lnTo>
                  <a:cubicBezTo>
                    <a:pt x="26488" y="69220"/>
                    <a:pt x="26814" y="69318"/>
                    <a:pt x="27140" y="69449"/>
                  </a:cubicBezTo>
                  <a:lnTo>
                    <a:pt x="29358" y="78289"/>
                  </a:lnTo>
                  <a:lnTo>
                    <a:pt x="48930" y="78289"/>
                  </a:lnTo>
                  <a:lnTo>
                    <a:pt x="51148" y="69449"/>
                  </a:lnTo>
                  <a:cubicBezTo>
                    <a:pt x="51475" y="69318"/>
                    <a:pt x="51801" y="69220"/>
                    <a:pt x="52127" y="69057"/>
                  </a:cubicBezTo>
                  <a:lnTo>
                    <a:pt x="58716" y="73037"/>
                  </a:lnTo>
                  <a:lnTo>
                    <a:pt x="59891" y="73754"/>
                  </a:lnTo>
                  <a:lnTo>
                    <a:pt x="73754" y="59891"/>
                  </a:lnTo>
                  <a:lnTo>
                    <a:pt x="69057" y="52128"/>
                  </a:lnTo>
                  <a:cubicBezTo>
                    <a:pt x="69220" y="51801"/>
                    <a:pt x="69318" y="51475"/>
                    <a:pt x="69448" y="51149"/>
                  </a:cubicBezTo>
                  <a:lnTo>
                    <a:pt x="78288" y="48931"/>
                  </a:lnTo>
                  <a:lnTo>
                    <a:pt x="78288" y="29359"/>
                  </a:lnTo>
                  <a:lnTo>
                    <a:pt x="69448" y="27141"/>
                  </a:lnTo>
                  <a:cubicBezTo>
                    <a:pt x="69318" y="26815"/>
                    <a:pt x="69220" y="26488"/>
                    <a:pt x="69057" y="26162"/>
                  </a:cubicBezTo>
                  <a:lnTo>
                    <a:pt x="73754" y="18399"/>
                  </a:lnTo>
                  <a:lnTo>
                    <a:pt x="59891" y="4535"/>
                  </a:lnTo>
                  <a:lnTo>
                    <a:pt x="52127" y="9232"/>
                  </a:lnTo>
                  <a:cubicBezTo>
                    <a:pt x="51801" y="9069"/>
                    <a:pt x="51475" y="8971"/>
                    <a:pt x="51148" y="8841"/>
                  </a:cubicBezTo>
                  <a:lnTo>
                    <a:pt x="489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8"/>
            <p:cNvSpPr/>
            <p:nvPr/>
          </p:nvSpPr>
          <p:spPr>
            <a:xfrm>
              <a:off x="624937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8"/>
            <p:cNvSpPr/>
            <p:nvPr/>
          </p:nvSpPr>
          <p:spPr>
            <a:xfrm>
              <a:off x="6712514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8"/>
            <p:cNvSpPr/>
            <p:nvPr/>
          </p:nvSpPr>
          <p:spPr>
            <a:xfrm>
              <a:off x="648094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8"/>
            <p:cNvSpPr/>
            <p:nvPr/>
          </p:nvSpPr>
          <p:spPr>
            <a:xfrm>
              <a:off x="7986146" y="1124433"/>
              <a:ext cx="810511" cy="810511"/>
            </a:xfrm>
            <a:custGeom>
              <a:avLst/>
              <a:gdLst/>
              <a:ahLst/>
              <a:cxnLst/>
              <a:rect l="l" t="t" r="r" b="b"/>
              <a:pathLst>
                <a:path w="45669" h="45669" extrusionOk="0">
                  <a:moveTo>
                    <a:pt x="22834" y="6525"/>
                  </a:moveTo>
                  <a:cubicBezTo>
                    <a:pt x="31837" y="6525"/>
                    <a:pt x="39144" y="13832"/>
                    <a:pt x="39144" y="22835"/>
                  </a:cubicBezTo>
                  <a:cubicBezTo>
                    <a:pt x="39144" y="31838"/>
                    <a:pt x="31837" y="39145"/>
                    <a:pt x="22834" y="39145"/>
                  </a:cubicBezTo>
                  <a:cubicBezTo>
                    <a:pt x="13831" y="39145"/>
                    <a:pt x="6524" y="31838"/>
                    <a:pt x="6524" y="22835"/>
                  </a:cubicBezTo>
                  <a:cubicBezTo>
                    <a:pt x="6524" y="13832"/>
                    <a:pt x="13831" y="6525"/>
                    <a:pt x="22834" y="6525"/>
                  </a:cubicBezTo>
                  <a:close/>
                  <a:moveTo>
                    <a:pt x="22834" y="1"/>
                  </a:moveTo>
                  <a:cubicBezTo>
                    <a:pt x="10243" y="1"/>
                    <a:pt x="0" y="10244"/>
                    <a:pt x="0" y="22835"/>
                  </a:cubicBezTo>
                  <a:cubicBezTo>
                    <a:pt x="0" y="35426"/>
                    <a:pt x="10243" y="45669"/>
                    <a:pt x="22834" y="45669"/>
                  </a:cubicBezTo>
                  <a:cubicBezTo>
                    <a:pt x="35426" y="45669"/>
                    <a:pt x="45668" y="35426"/>
                    <a:pt x="45668" y="22835"/>
                  </a:cubicBezTo>
                  <a:cubicBezTo>
                    <a:pt x="45668" y="10244"/>
                    <a:pt x="35426" y="1"/>
                    <a:pt x="22834" y="1"/>
                  </a:cubicBezTo>
                  <a:close/>
                </a:path>
              </a:pathLst>
            </a:custGeom>
            <a:solidFill>
              <a:srgbClr val="26A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8"/>
            <p:cNvSpPr/>
            <p:nvPr/>
          </p:nvSpPr>
          <p:spPr>
            <a:xfrm>
              <a:off x="6249375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8"/>
            <p:cNvSpPr/>
            <p:nvPr/>
          </p:nvSpPr>
          <p:spPr>
            <a:xfrm>
              <a:off x="6017806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8"/>
            <p:cNvSpPr/>
            <p:nvPr/>
          </p:nvSpPr>
          <p:spPr>
            <a:xfrm>
              <a:off x="5786237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8"/>
            <p:cNvSpPr/>
            <p:nvPr/>
          </p:nvSpPr>
          <p:spPr>
            <a:xfrm>
              <a:off x="6210597" y="1714946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16539" y="0"/>
                  </a:moveTo>
                  <a:lnTo>
                    <a:pt x="0" y="12396"/>
                  </a:lnTo>
                  <a:lnTo>
                    <a:pt x="16539" y="24791"/>
                  </a:lnTo>
                  <a:lnTo>
                    <a:pt x="20453" y="19572"/>
                  </a:lnTo>
                  <a:lnTo>
                    <a:pt x="10895" y="12396"/>
                  </a:lnTo>
                  <a:lnTo>
                    <a:pt x="20453" y="5219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8"/>
            <p:cNvSpPr/>
            <p:nvPr/>
          </p:nvSpPr>
          <p:spPr>
            <a:xfrm>
              <a:off x="7719844" y="2178085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3915" y="0"/>
                  </a:moveTo>
                  <a:lnTo>
                    <a:pt x="0" y="5219"/>
                  </a:lnTo>
                  <a:lnTo>
                    <a:pt x="9558" y="12396"/>
                  </a:lnTo>
                  <a:lnTo>
                    <a:pt x="0" y="19572"/>
                  </a:lnTo>
                  <a:lnTo>
                    <a:pt x="3915" y="24791"/>
                  </a:lnTo>
                  <a:lnTo>
                    <a:pt x="20453" y="12396"/>
                  </a:lnTo>
                  <a:lnTo>
                    <a:pt x="3915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8"/>
            <p:cNvSpPr/>
            <p:nvPr/>
          </p:nvSpPr>
          <p:spPr>
            <a:xfrm>
              <a:off x="6712514" y="1703357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8"/>
            <p:cNvSpPr/>
            <p:nvPr/>
          </p:nvSpPr>
          <p:spPr>
            <a:xfrm>
              <a:off x="6712514" y="193492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8"/>
            <p:cNvSpPr/>
            <p:nvPr/>
          </p:nvSpPr>
          <p:spPr>
            <a:xfrm>
              <a:off x="6712514" y="216649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8"/>
            <p:cNvSpPr/>
            <p:nvPr/>
          </p:nvSpPr>
          <p:spPr>
            <a:xfrm>
              <a:off x="6712514" y="2398065"/>
              <a:ext cx="578941" cy="115802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1" y="6525"/>
                  </a:lnTo>
                  <a:lnTo>
                    <a:pt x="32621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8"/>
            <p:cNvSpPr/>
            <p:nvPr/>
          </p:nvSpPr>
          <p:spPr>
            <a:xfrm>
              <a:off x="7407222" y="2398065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8"/>
            <p:cNvSpPr/>
            <p:nvPr/>
          </p:nvSpPr>
          <p:spPr>
            <a:xfrm>
              <a:off x="7138596" y="3337653"/>
              <a:ext cx="474746" cy="668087"/>
            </a:xfrm>
            <a:custGeom>
              <a:avLst/>
              <a:gdLst/>
              <a:ahLst/>
              <a:cxnLst/>
              <a:rect l="l" t="t" r="r" b="b"/>
              <a:pathLst>
                <a:path w="26750" h="37644" extrusionOk="0">
                  <a:moveTo>
                    <a:pt x="4176" y="1"/>
                  </a:moveTo>
                  <a:lnTo>
                    <a:pt x="1" y="5024"/>
                  </a:lnTo>
                  <a:lnTo>
                    <a:pt x="16572" y="18822"/>
                  </a:lnTo>
                  <a:lnTo>
                    <a:pt x="1" y="32621"/>
                  </a:lnTo>
                  <a:lnTo>
                    <a:pt x="4176" y="37644"/>
                  </a:lnTo>
                  <a:lnTo>
                    <a:pt x="26749" y="18822"/>
                  </a:lnTo>
                  <a:lnTo>
                    <a:pt x="417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6274861" y="3337653"/>
              <a:ext cx="474728" cy="668087"/>
            </a:xfrm>
            <a:custGeom>
              <a:avLst/>
              <a:gdLst/>
              <a:ahLst/>
              <a:cxnLst/>
              <a:rect l="l" t="t" r="r" b="b"/>
              <a:pathLst>
                <a:path w="26749" h="37644" extrusionOk="0">
                  <a:moveTo>
                    <a:pt x="22573" y="1"/>
                  </a:moveTo>
                  <a:lnTo>
                    <a:pt x="0" y="18822"/>
                  </a:lnTo>
                  <a:lnTo>
                    <a:pt x="22573" y="37644"/>
                  </a:lnTo>
                  <a:lnTo>
                    <a:pt x="26748" y="32621"/>
                  </a:lnTo>
                  <a:lnTo>
                    <a:pt x="10177" y="18822"/>
                  </a:lnTo>
                  <a:lnTo>
                    <a:pt x="26748" y="5024"/>
                  </a:lnTo>
                  <a:lnTo>
                    <a:pt x="22573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8"/>
            <p:cNvSpPr/>
            <p:nvPr/>
          </p:nvSpPr>
          <p:spPr>
            <a:xfrm>
              <a:off x="6771560" y="3194662"/>
              <a:ext cx="343325" cy="954088"/>
            </a:xfrm>
            <a:custGeom>
              <a:avLst/>
              <a:gdLst/>
              <a:ahLst/>
              <a:cxnLst/>
              <a:rect l="l" t="t" r="r" b="b"/>
              <a:pathLst>
                <a:path w="19345" h="53759" extrusionOk="0">
                  <a:moveTo>
                    <a:pt x="13016" y="1"/>
                  </a:moveTo>
                  <a:lnTo>
                    <a:pt x="1" y="52160"/>
                  </a:lnTo>
                  <a:lnTo>
                    <a:pt x="6329" y="53758"/>
                  </a:lnTo>
                  <a:lnTo>
                    <a:pt x="19345" y="1566"/>
                  </a:lnTo>
                  <a:lnTo>
                    <a:pt x="1301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8"/>
            <p:cNvSpPr/>
            <p:nvPr/>
          </p:nvSpPr>
          <p:spPr>
            <a:xfrm>
              <a:off x="5786237" y="367169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8"/>
            <p:cNvSpPr/>
            <p:nvPr/>
          </p:nvSpPr>
          <p:spPr>
            <a:xfrm>
              <a:off x="5786237" y="320855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8"/>
            <p:cNvSpPr/>
            <p:nvPr/>
          </p:nvSpPr>
          <p:spPr>
            <a:xfrm>
              <a:off x="5786237" y="344012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8"/>
            <p:cNvSpPr/>
            <p:nvPr/>
          </p:nvSpPr>
          <p:spPr>
            <a:xfrm>
              <a:off x="7986146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8"/>
            <p:cNvSpPr/>
            <p:nvPr/>
          </p:nvSpPr>
          <p:spPr>
            <a:xfrm>
              <a:off x="7986146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8"/>
            <p:cNvSpPr/>
            <p:nvPr/>
          </p:nvSpPr>
          <p:spPr>
            <a:xfrm>
              <a:off x="7986146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8"/>
            <p:cNvSpPr/>
            <p:nvPr/>
          </p:nvSpPr>
          <p:spPr>
            <a:xfrm>
              <a:off x="8449284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8"/>
            <p:cNvSpPr/>
            <p:nvPr/>
          </p:nvSpPr>
          <p:spPr>
            <a:xfrm>
              <a:off x="8449284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8"/>
            <p:cNvSpPr/>
            <p:nvPr/>
          </p:nvSpPr>
          <p:spPr>
            <a:xfrm>
              <a:off x="8449284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4" name="Google Shape;1224;p48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225" name="Google Shape;1225;p48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8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8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8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8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8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4"/>
          <p:cNvSpPr txBox="1">
            <a:spLocks noGrp="1"/>
          </p:cNvSpPr>
          <p:nvPr>
            <p:ph type="subTitle" idx="3"/>
          </p:nvPr>
        </p:nvSpPr>
        <p:spPr>
          <a:xfrm>
            <a:off x="1410963" y="1884162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CSS3</a:t>
            </a:r>
            <a:endParaRPr dirty="0"/>
          </a:p>
        </p:txBody>
      </p:sp>
      <p:sp>
        <p:nvSpPr>
          <p:cNvPr id="780" name="Google Shape;780;p34"/>
          <p:cNvSpPr txBox="1">
            <a:spLocks noGrp="1"/>
          </p:cNvSpPr>
          <p:nvPr>
            <p:ph type="subTitle" idx="1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HML5</a:t>
            </a:r>
            <a:endParaRPr dirty="0"/>
          </a:p>
        </p:txBody>
      </p:sp>
      <p:sp>
        <p:nvSpPr>
          <p:cNvPr id="781" name="Google Shape;781;p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SKILLS</a:t>
            </a:r>
            <a:endParaRPr dirty="0"/>
          </a:p>
        </p:txBody>
      </p:sp>
      <p:sp>
        <p:nvSpPr>
          <p:cNvPr id="785" name="Google Shape;785;p34"/>
          <p:cNvSpPr txBox="1">
            <a:spLocks noGrp="1"/>
          </p:cNvSpPr>
          <p:nvPr>
            <p:ph type="subTitle" idx="5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MYSQL</a:t>
            </a:r>
            <a:endParaRPr dirty="0"/>
          </a:p>
        </p:txBody>
      </p:sp>
      <p:sp>
        <p:nvSpPr>
          <p:cNvPr id="787" name="Google Shape;787;p34"/>
          <p:cNvSpPr txBox="1">
            <a:spLocks noGrp="1"/>
          </p:cNvSpPr>
          <p:nvPr>
            <p:ph type="subTitle" idx="7"/>
          </p:nvPr>
        </p:nvSpPr>
        <p:spPr>
          <a:xfrm>
            <a:off x="1410963" y="2233752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ASP .NET CORE</a:t>
            </a:r>
            <a:endParaRPr dirty="0"/>
          </a:p>
        </p:txBody>
      </p:sp>
      <p:sp>
        <p:nvSpPr>
          <p:cNvPr id="789" name="Google Shape;789;p34"/>
          <p:cNvSpPr txBox="1">
            <a:spLocks noGrp="1"/>
          </p:cNvSpPr>
          <p:nvPr>
            <p:ph type="subTitle" idx="9"/>
          </p:nvPr>
        </p:nvSpPr>
        <p:spPr>
          <a:xfrm>
            <a:off x="5415837" y="192754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JAVASCRIPT</a:t>
            </a:r>
            <a:endParaRPr dirty="0"/>
          </a:p>
        </p:txBody>
      </p:sp>
      <p:sp>
        <p:nvSpPr>
          <p:cNvPr id="791" name="Google Shape;791;p34"/>
          <p:cNvSpPr txBox="1">
            <a:spLocks noGrp="1"/>
          </p:cNvSpPr>
          <p:nvPr>
            <p:ph type="subTitle" idx="14"/>
          </p:nvPr>
        </p:nvSpPr>
        <p:spPr>
          <a:xfrm>
            <a:off x="5415837" y="2388872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VUE.JS</a:t>
            </a:r>
            <a:endParaRPr dirty="0"/>
          </a:p>
        </p:txBody>
      </p:sp>
      <p:grpSp>
        <p:nvGrpSpPr>
          <p:cNvPr id="793" name="Google Shape;793;p34"/>
          <p:cNvGrpSpPr/>
          <p:nvPr/>
        </p:nvGrpSpPr>
        <p:grpSpPr>
          <a:xfrm>
            <a:off x="4524300" y="1394625"/>
            <a:ext cx="95400" cy="3116250"/>
            <a:chOff x="4524300" y="1013625"/>
            <a:chExt cx="95400" cy="3116250"/>
          </a:xfrm>
        </p:grpSpPr>
        <p:sp>
          <p:nvSpPr>
            <p:cNvPr id="794" name="Google Shape;794;p34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787;p34">
            <a:extLst>
              <a:ext uri="{FF2B5EF4-FFF2-40B4-BE49-F238E27FC236}">
                <a16:creationId xmlns:a16="http://schemas.microsoft.com/office/drawing/2014/main" id="{404F429B-C0BC-DB28-36B9-CCF5A3EA8E8F}"/>
              </a:ext>
            </a:extLst>
          </p:cNvPr>
          <p:cNvSpPr txBox="1">
            <a:spLocks/>
          </p:cNvSpPr>
          <p:nvPr/>
        </p:nvSpPr>
        <p:spPr>
          <a:xfrm>
            <a:off x="1410963" y="3013254"/>
            <a:ext cx="23172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pt-BR" dirty="0"/>
              <a:t>ASP .NET CORE</a:t>
            </a:r>
          </a:p>
        </p:txBody>
      </p:sp>
      <p:sp>
        <p:nvSpPr>
          <p:cNvPr id="7" name="Google Shape;785;p34">
            <a:extLst>
              <a:ext uri="{FF2B5EF4-FFF2-40B4-BE49-F238E27FC236}">
                <a16:creationId xmlns:a16="http://schemas.microsoft.com/office/drawing/2014/main" id="{09CEDFB4-B28A-4469-7D0D-2773D4470F4F}"/>
              </a:ext>
            </a:extLst>
          </p:cNvPr>
          <p:cNvSpPr txBox="1">
            <a:spLocks/>
          </p:cNvSpPr>
          <p:nvPr/>
        </p:nvSpPr>
        <p:spPr>
          <a:xfrm>
            <a:off x="2906734" y="2631853"/>
            <a:ext cx="821129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pt-BR" dirty="0"/>
              <a:t>       C#</a:t>
            </a:r>
          </a:p>
        </p:txBody>
      </p:sp>
      <p:sp>
        <p:nvSpPr>
          <p:cNvPr id="8" name="Google Shape;783;p34">
            <a:extLst>
              <a:ext uri="{FF2B5EF4-FFF2-40B4-BE49-F238E27FC236}">
                <a16:creationId xmlns:a16="http://schemas.microsoft.com/office/drawing/2014/main" id="{C0F46593-B57A-DB32-15BE-FE8E8B52EBE9}"/>
              </a:ext>
            </a:extLst>
          </p:cNvPr>
          <p:cNvSpPr txBox="1">
            <a:spLocks/>
          </p:cNvSpPr>
          <p:nvPr/>
        </p:nvSpPr>
        <p:spPr>
          <a:xfrm>
            <a:off x="1410963" y="3455351"/>
            <a:ext cx="2316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pt-BR" dirty="0"/>
              <a:t>AZURE DEVOPS</a:t>
            </a:r>
          </a:p>
        </p:txBody>
      </p:sp>
      <p:sp>
        <p:nvSpPr>
          <p:cNvPr id="9" name="Google Shape;783;p34">
            <a:extLst>
              <a:ext uri="{FF2B5EF4-FFF2-40B4-BE49-F238E27FC236}">
                <a16:creationId xmlns:a16="http://schemas.microsoft.com/office/drawing/2014/main" id="{94283A6F-8F4F-A61B-1555-352D3BBACC21}"/>
              </a:ext>
            </a:extLst>
          </p:cNvPr>
          <p:cNvSpPr txBox="1">
            <a:spLocks/>
          </p:cNvSpPr>
          <p:nvPr/>
        </p:nvSpPr>
        <p:spPr>
          <a:xfrm>
            <a:off x="5299827" y="2752025"/>
            <a:ext cx="1447807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pt-BR" dirty="0"/>
              <a:t>API RESTFULL</a:t>
            </a:r>
          </a:p>
        </p:txBody>
      </p:sp>
      <p:sp>
        <p:nvSpPr>
          <p:cNvPr id="10" name="Google Shape;783;p34">
            <a:extLst>
              <a:ext uri="{FF2B5EF4-FFF2-40B4-BE49-F238E27FC236}">
                <a16:creationId xmlns:a16="http://schemas.microsoft.com/office/drawing/2014/main" id="{FBAE7CEA-05DD-8046-ACE3-212301F5F879}"/>
              </a:ext>
            </a:extLst>
          </p:cNvPr>
          <p:cNvSpPr txBox="1">
            <a:spLocks/>
          </p:cNvSpPr>
          <p:nvPr/>
        </p:nvSpPr>
        <p:spPr>
          <a:xfrm>
            <a:off x="5398757" y="3208104"/>
            <a:ext cx="1249945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pt-BR" dirty="0"/>
              <a:t>ORACLE SQL</a:t>
            </a:r>
          </a:p>
        </p:txBody>
      </p:sp>
      <p:pic>
        <p:nvPicPr>
          <p:cNvPr id="1028" name="Picture 4" descr="Vue.js Logo PNG Vector (SVG) Free Download">
            <a:extLst>
              <a:ext uri="{FF2B5EF4-FFF2-40B4-BE49-F238E27FC236}">
                <a16:creationId xmlns:a16="http://schemas.microsoft.com/office/drawing/2014/main" id="{7D3B0A72-F20A-C4A1-EA67-BAF08E722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967" y="4464388"/>
            <a:ext cx="366790" cy="31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utoShape 12" descr="Oracle Vector Logo - Download Free SVG Icon | Worldvectorlogo">
            <a:extLst>
              <a:ext uri="{FF2B5EF4-FFF2-40B4-BE49-F238E27FC236}">
                <a16:creationId xmlns:a16="http://schemas.microsoft.com/office/drawing/2014/main" id="{3716FF94-E7C6-D8BA-69B5-8918C48A3A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8" name="Picture 14" descr="Oracle Database png images | PNGWing">
            <a:extLst>
              <a:ext uri="{FF2B5EF4-FFF2-40B4-BE49-F238E27FC236}">
                <a16:creationId xmlns:a16="http://schemas.microsoft.com/office/drawing/2014/main" id="{6BD8B995-C4B8-215D-218D-B4E86AA51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54" y="4436978"/>
            <a:ext cx="519139" cy="34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 Sharp (C#) Logo PNG Vector (SVG) Free Download">
            <a:extLst>
              <a:ext uri="{FF2B5EF4-FFF2-40B4-BE49-F238E27FC236}">
                <a16:creationId xmlns:a16="http://schemas.microsoft.com/office/drawing/2014/main" id="{B9B4948C-E5AE-290C-B521-BCF17B815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223290" y="4364504"/>
            <a:ext cx="425412" cy="47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349F74DD-0B17-81A1-82A0-95A61EED1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399" y="4330490"/>
            <a:ext cx="546019" cy="54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49D59766-BFCD-09E6-7072-9BB4C6FBF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235" y="4382249"/>
            <a:ext cx="422427" cy="42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What is Azure DevOps?. DevOps — the combination of the teams… | by Ajesh  Martin | featurepreneur | Medium">
            <a:extLst>
              <a:ext uri="{FF2B5EF4-FFF2-40B4-BE49-F238E27FC236}">
                <a16:creationId xmlns:a16="http://schemas.microsoft.com/office/drawing/2014/main" id="{3B6D33D8-38F8-A146-65D9-C52713E56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0151" y="8820504"/>
            <a:ext cx="731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ysql png images | PNGWing">
            <a:extLst>
              <a:ext uri="{FF2B5EF4-FFF2-40B4-BE49-F238E27FC236}">
                <a16:creationId xmlns:a16="http://schemas.microsoft.com/office/drawing/2014/main" id="{7684577A-4827-8962-D51F-110FFF5CD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510" y="4419806"/>
            <a:ext cx="574980" cy="36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222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PADRÕES DE CODIFICAÇÃO</a:t>
            </a:r>
            <a:endParaRPr dirty="0"/>
          </a:p>
        </p:txBody>
      </p:sp>
      <p:sp>
        <p:nvSpPr>
          <p:cNvPr id="703" name="Google Shape;703;p31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Importância dos Padrões de Codificação</a:t>
            </a:r>
            <a:endParaRPr lang="en-US" dirty="0"/>
          </a:p>
        </p:txBody>
      </p:sp>
      <p:grpSp>
        <p:nvGrpSpPr>
          <p:cNvPr id="704" name="Google Shape;704;p31"/>
          <p:cNvGrpSpPr/>
          <p:nvPr/>
        </p:nvGrpSpPr>
        <p:grpSpPr>
          <a:xfrm>
            <a:off x="1845914" y="1864668"/>
            <a:ext cx="1600177" cy="1414164"/>
            <a:chOff x="-3137650" y="2787000"/>
            <a:chExt cx="291450" cy="257575"/>
          </a:xfrm>
        </p:grpSpPr>
        <p:sp>
          <p:nvSpPr>
            <p:cNvPr id="705" name="Google Shape;705;p3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31"/>
          <p:cNvGrpSpPr/>
          <p:nvPr/>
        </p:nvGrpSpPr>
        <p:grpSpPr>
          <a:xfrm>
            <a:off x="4524300" y="1013625"/>
            <a:ext cx="95400" cy="3116250"/>
            <a:chOff x="4524300" y="1013625"/>
            <a:chExt cx="95400" cy="3116250"/>
          </a:xfrm>
        </p:grpSpPr>
        <p:sp>
          <p:nvSpPr>
            <p:cNvPr id="726" name="Google Shape;726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6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PADRÕES DE CODIFICAÇÃO</a:t>
            </a:r>
            <a:endParaRPr dirty="0"/>
          </a:p>
        </p:txBody>
      </p:sp>
      <p:sp>
        <p:nvSpPr>
          <p:cNvPr id="1620" name="Google Shape;1620;p6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pt-BR" sz="1400" dirty="0"/>
              <a:t>Os padrões de codificação desempenham um papel fundamental no desenvolvimento de software de alta qualidade. Eles fornecem diretrizes e práticas estabelecidas para projetar, escrever e organizar o código-fonte de maneira consistente e eficiente.</a:t>
            </a:r>
          </a:p>
          <a:p>
            <a:pPr marL="285750" indent="-285750"/>
            <a:endParaRPr lang="pt-BR" sz="1400" b="1" dirty="0"/>
          </a:p>
          <a:p>
            <a:pPr marL="285750" indent="-285750"/>
            <a:r>
              <a:rPr lang="pt-BR" sz="1400" dirty="0"/>
              <a:t>Ao seguir padrões de codificação, como convenções de nomenclatura, estrutura de diretórios, arquiteturas de software e boas práticas de programação, os desenvolvedores podem garantir que o código seja mais legível, compreensível e fácil de dar manutenção.</a:t>
            </a:r>
            <a:endParaRPr lang="pt-BR" sz="1400" b="1" dirty="0"/>
          </a:p>
          <a:p>
            <a:pPr marL="285750" indent="-285750"/>
            <a:endParaRPr lang="pt-BR" sz="1400" b="1" dirty="0"/>
          </a:p>
          <a:p>
            <a:pPr marL="285750" indent="-285750"/>
            <a:r>
              <a:rPr lang="pt-BR" sz="1400" dirty="0"/>
              <a:t>Para garantir a organização e manutenibilidade do código, adotamos o padrão de arquitetura DDD (Domain-</a:t>
            </a:r>
            <a:r>
              <a:rPr lang="pt-BR" sz="1400" dirty="0" err="1"/>
              <a:t>Driven</a:t>
            </a:r>
            <a:r>
              <a:rPr lang="pt-BR" sz="1400" dirty="0"/>
              <a:t> Design) para identificar e modelar os domínios de negócios nos sistemas. Isso nos permite criar uma representação fiel do negócio e garantir que OS softwares atendam às reais necessidades dos usuários finais, promovendo um código mais coeso e orientado ao contexto.</a:t>
            </a:r>
            <a:endParaRPr sz="14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1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930" name="Google Shape;930;p41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PROJETOS</a:t>
            </a:r>
            <a:endParaRPr dirty="0"/>
          </a:p>
        </p:txBody>
      </p:sp>
      <p:grpSp>
        <p:nvGrpSpPr>
          <p:cNvPr id="931" name="Google Shape;931;p41"/>
          <p:cNvGrpSpPr/>
          <p:nvPr/>
        </p:nvGrpSpPr>
        <p:grpSpPr>
          <a:xfrm>
            <a:off x="6351340" y="1383010"/>
            <a:ext cx="2301266" cy="2377467"/>
            <a:chOff x="6945936" y="1456203"/>
            <a:chExt cx="2159597" cy="2231107"/>
          </a:xfrm>
        </p:grpSpPr>
        <p:sp>
          <p:nvSpPr>
            <p:cNvPr id="932" name="Google Shape;932;p41"/>
            <p:cNvSpPr/>
            <p:nvPr/>
          </p:nvSpPr>
          <p:spPr>
            <a:xfrm>
              <a:off x="7643769" y="1456203"/>
              <a:ext cx="1461763" cy="1846434"/>
            </a:xfrm>
            <a:custGeom>
              <a:avLst/>
              <a:gdLst/>
              <a:ahLst/>
              <a:cxnLst/>
              <a:rect l="l" t="t" r="r" b="b"/>
              <a:pathLst>
                <a:path w="123957" h="156577" extrusionOk="0">
                  <a:moveTo>
                    <a:pt x="1" y="1"/>
                  </a:moveTo>
                  <a:lnTo>
                    <a:pt x="1" y="16311"/>
                  </a:lnTo>
                  <a:lnTo>
                    <a:pt x="107646" y="16311"/>
                  </a:lnTo>
                  <a:lnTo>
                    <a:pt x="107646" y="156576"/>
                  </a:lnTo>
                  <a:lnTo>
                    <a:pt x="123956" y="156576"/>
                  </a:lnTo>
                  <a:lnTo>
                    <a:pt x="123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1"/>
            <p:cNvSpPr/>
            <p:nvPr/>
          </p:nvSpPr>
          <p:spPr>
            <a:xfrm>
              <a:off x="7451434" y="1648538"/>
              <a:ext cx="1461763" cy="1846434"/>
            </a:xfrm>
            <a:custGeom>
              <a:avLst/>
              <a:gdLst/>
              <a:ahLst/>
              <a:cxnLst/>
              <a:rect l="l" t="t" r="r" b="b"/>
              <a:pathLst>
                <a:path w="123957" h="156577" extrusionOk="0">
                  <a:moveTo>
                    <a:pt x="1" y="1"/>
                  </a:moveTo>
                  <a:lnTo>
                    <a:pt x="1" y="16311"/>
                  </a:lnTo>
                  <a:lnTo>
                    <a:pt x="81550" y="16311"/>
                  </a:lnTo>
                  <a:lnTo>
                    <a:pt x="107646" y="42407"/>
                  </a:lnTo>
                  <a:lnTo>
                    <a:pt x="107646" y="156576"/>
                  </a:lnTo>
                  <a:lnTo>
                    <a:pt x="123956" y="156576"/>
                  </a:lnTo>
                  <a:lnTo>
                    <a:pt x="123956" y="140266"/>
                  </a:lnTo>
                  <a:lnTo>
                    <a:pt x="1239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1"/>
            <p:cNvSpPr/>
            <p:nvPr/>
          </p:nvSpPr>
          <p:spPr>
            <a:xfrm>
              <a:off x="7259100" y="1840875"/>
              <a:ext cx="1487174" cy="1846434"/>
            </a:xfrm>
            <a:custGeom>
              <a:avLst/>
              <a:gdLst/>
              <a:ahLst/>
              <a:cxnLst/>
              <a:rect l="l" t="t" r="r" b="b"/>
              <a:pathLst>
                <a:path w="123957" h="156577" extrusionOk="0">
                  <a:moveTo>
                    <a:pt x="1" y="1"/>
                  </a:moveTo>
                  <a:lnTo>
                    <a:pt x="1" y="156576"/>
                  </a:lnTo>
                  <a:lnTo>
                    <a:pt x="123956" y="156576"/>
                  </a:lnTo>
                  <a:lnTo>
                    <a:pt x="123956" y="27043"/>
                  </a:lnTo>
                  <a:lnTo>
                    <a:pt x="980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1"/>
            <p:cNvSpPr/>
            <p:nvPr/>
          </p:nvSpPr>
          <p:spPr>
            <a:xfrm>
              <a:off x="6945936" y="2917954"/>
              <a:ext cx="769354" cy="769354"/>
            </a:xfrm>
            <a:custGeom>
              <a:avLst/>
              <a:gdLst/>
              <a:ahLst/>
              <a:cxnLst/>
              <a:rect l="l" t="t" r="r" b="b"/>
              <a:pathLst>
                <a:path w="65241" h="65241" extrusionOk="0">
                  <a:moveTo>
                    <a:pt x="26097" y="0"/>
                  </a:moveTo>
                  <a:lnTo>
                    <a:pt x="26097" y="10732"/>
                  </a:lnTo>
                  <a:cubicBezTo>
                    <a:pt x="24596" y="11189"/>
                    <a:pt x="23128" y="11776"/>
                    <a:pt x="21758" y="12526"/>
                  </a:cubicBezTo>
                  <a:lnTo>
                    <a:pt x="21726" y="12526"/>
                  </a:lnTo>
                  <a:lnTo>
                    <a:pt x="14158" y="4926"/>
                  </a:lnTo>
                  <a:lnTo>
                    <a:pt x="4927" y="14157"/>
                  </a:lnTo>
                  <a:lnTo>
                    <a:pt x="12527" y="21758"/>
                  </a:lnTo>
                  <a:cubicBezTo>
                    <a:pt x="11777" y="23128"/>
                    <a:pt x="11190" y="24596"/>
                    <a:pt x="10733" y="26096"/>
                  </a:cubicBezTo>
                  <a:lnTo>
                    <a:pt x="1" y="26096"/>
                  </a:lnTo>
                  <a:lnTo>
                    <a:pt x="1" y="39144"/>
                  </a:lnTo>
                  <a:lnTo>
                    <a:pt x="10733" y="39144"/>
                  </a:lnTo>
                  <a:cubicBezTo>
                    <a:pt x="11190" y="40645"/>
                    <a:pt x="11777" y="42113"/>
                    <a:pt x="12527" y="43483"/>
                  </a:cubicBezTo>
                  <a:lnTo>
                    <a:pt x="12527" y="43515"/>
                  </a:lnTo>
                  <a:lnTo>
                    <a:pt x="4927" y="51083"/>
                  </a:lnTo>
                  <a:lnTo>
                    <a:pt x="14158" y="60315"/>
                  </a:lnTo>
                  <a:lnTo>
                    <a:pt x="21758" y="52714"/>
                  </a:lnTo>
                  <a:cubicBezTo>
                    <a:pt x="23128" y="53464"/>
                    <a:pt x="24596" y="54052"/>
                    <a:pt x="26097" y="54508"/>
                  </a:cubicBezTo>
                  <a:lnTo>
                    <a:pt x="26097" y="65240"/>
                  </a:lnTo>
                  <a:lnTo>
                    <a:pt x="39145" y="65240"/>
                  </a:lnTo>
                  <a:lnTo>
                    <a:pt x="39145" y="54508"/>
                  </a:lnTo>
                  <a:cubicBezTo>
                    <a:pt x="40645" y="54052"/>
                    <a:pt x="42113" y="53464"/>
                    <a:pt x="43483" y="52714"/>
                  </a:cubicBezTo>
                  <a:lnTo>
                    <a:pt x="51084" y="60315"/>
                  </a:lnTo>
                  <a:lnTo>
                    <a:pt x="60315" y="51083"/>
                  </a:lnTo>
                  <a:lnTo>
                    <a:pt x="52715" y="43515"/>
                  </a:lnTo>
                  <a:lnTo>
                    <a:pt x="52715" y="43483"/>
                  </a:lnTo>
                  <a:cubicBezTo>
                    <a:pt x="53465" y="42113"/>
                    <a:pt x="54052" y="40645"/>
                    <a:pt x="54509" y="39144"/>
                  </a:cubicBezTo>
                  <a:lnTo>
                    <a:pt x="65241" y="39144"/>
                  </a:lnTo>
                  <a:lnTo>
                    <a:pt x="65241" y="26096"/>
                  </a:lnTo>
                  <a:lnTo>
                    <a:pt x="54509" y="26096"/>
                  </a:lnTo>
                  <a:cubicBezTo>
                    <a:pt x="54052" y="24596"/>
                    <a:pt x="53465" y="23128"/>
                    <a:pt x="52715" y="21758"/>
                  </a:cubicBezTo>
                  <a:lnTo>
                    <a:pt x="60315" y="14157"/>
                  </a:lnTo>
                  <a:lnTo>
                    <a:pt x="51084" y="4926"/>
                  </a:lnTo>
                  <a:lnTo>
                    <a:pt x="43516" y="12526"/>
                  </a:lnTo>
                  <a:lnTo>
                    <a:pt x="43483" y="12526"/>
                  </a:lnTo>
                  <a:cubicBezTo>
                    <a:pt x="42113" y="11776"/>
                    <a:pt x="40645" y="11189"/>
                    <a:pt x="39145" y="10732"/>
                  </a:cubicBezTo>
                  <a:lnTo>
                    <a:pt x="39145" y="0"/>
                  </a:lnTo>
                  <a:close/>
                </a:path>
              </a:pathLst>
            </a:custGeom>
            <a:solidFill>
              <a:srgbClr val="67E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1"/>
            <p:cNvSpPr/>
            <p:nvPr/>
          </p:nvSpPr>
          <p:spPr>
            <a:xfrm>
              <a:off x="7215206" y="3187224"/>
              <a:ext cx="230815" cy="230815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7" y="0"/>
                  </a:moveTo>
                  <a:cubicBezTo>
                    <a:pt x="4372" y="0"/>
                    <a:pt x="1" y="4371"/>
                    <a:pt x="1" y="9786"/>
                  </a:cubicBezTo>
                  <a:cubicBezTo>
                    <a:pt x="1" y="15201"/>
                    <a:pt x="4372" y="19572"/>
                    <a:pt x="9787" y="19572"/>
                  </a:cubicBezTo>
                  <a:cubicBezTo>
                    <a:pt x="15202" y="19572"/>
                    <a:pt x="19573" y="15201"/>
                    <a:pt x="19573" y="9786"/>
                  </a:cubicBezTo>
                  <a:cubicBezTo>
                    <a:pt x="19573" y="4371"/>
                    <a:pt x="15202" y="0"/>
                    <a:pt x="9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1"/>
            <p:cNvSpPr/>
            <p:nvPr/>
          </p:nvSpPr>
          <p:spPr>
            <a:xfrm>
              <a:off x="7489901" y="1994743"/>
              <a:ext cx="307749" cy="30774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1" y="1"/>
                  </a:moveTo>
                  <a:lnTo>
                    <a:pt x="1" y="26097"/>
                  </a:lnTo>
                  <a:lnTo>
                    <a:pt x="26097" y="26097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1"/>
            <p:cNvSpPr/>
            <p:nvPr/>
          </p:nvSpPr>
          <p:spPr>
            <a:xfrm>
              <a:off x="7489901" y="2533283"/>
              <a:ext cx="307749" cy="30774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1" y="1"/>
                  </a:moveTo>
                  <a:lnTo>
                    <a:pt x="1" y="26096"/>
                  </a:lnTo>
                  <a:lnTo>
                    <a:pt x="26097" y="26096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1"/>
            <p:cNvSpPr/>
            <p:nvPr/>
          </p:nvSpPr>
          <p:spPr>
            <a:xfrm>
              <a:off x="8259243" y="3148757"/>
              <a:ext cx="307749" cy="30774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13048" y="0"/>
                  </a:moveTo>
                  <a:cubicBezTo>
                    <a:pt x="5839" y="0"/>
                    <a:pt x="0" y="5839"/>
                    <a:pt x="0" y="13048"/>
                  </a:cubicBezTo>
                  <a:cubicBezTo>
                    <a:pt x="0" y="20257"/>
                    <a:pt x="5839" y="26096"/>
                    <a:pt x="13048" y="26096"/>
                  </a:cubicBezTo>
                  <a:cubicBezTo>
                    <a:pt x="20257" y="26096"/>
                    <a:pt x="26096" y="20257"/>
                    <a:pt x="26096" y="13048"/>
                  </a:cubicBezTo>
                  <a:cubicBezTo>
                    <a:pt x="26096" y="5839"/>
                    <a:pt x="20257" y="0"/>
                    <a:pt x="13048" y="0"/>
                  </a:cubicBez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1"/>
            <p:cNvSpPr/>
            <p:nvPr/>
          </p:nvSpPr>
          <p:spPr>
            <a:xfrm>
              <a:off x="7913039" y="1956275"/>
              <a:ext cx="384683" cy="76946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1"/>
            <p:cNvSpPr/>
            <p:nvPr/>
          </p:nvSpPr>
          <p:spPr>
            <a:xfrm>
              <a:off x="7913039" y="2110144"/>
              <a:ext cx="384683" cy="76946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7913039" y="2264013"/>
              <a:ext cx="384683" cy="76946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7913039" y="2494815"/>
              <a:ext cx="615486" cy="76946"/>
            </a:xfrm>
            <a:custGeom>
              <a:avLst/>
              <a:gdLst/>
              <a:ahLst/>
              <a:cxnLst/>
              <a:rect l="l" t="t" r="r" b="b"/>
              <a:pathLst>
                <a:path w="52193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52192" y="6525"/>
                  </a:lnTo>
                  <a:lnTo>
                    <a:pt x="52192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7913039" y="2648684"/>
              <a:ext cx="615486" cy="76946"/>
            </a:xfrm>
            <a:custGeom>
              <a:avLst/>
              <a:gdLst/>
              <a:ahLst/>
              <a:cxnLst/>
              <a:rect l="l" t="t" r="r" b="b"/>
              <a:pathLst>
                <a:path w="52193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52192" y="6525"/>
                  </a:lnTo>
                  <a:lnTo>
                    <a:pt x="52192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1"/>
            <p:cNvSpPr/>
            <p:nvPr/>
          </p:nvSpPr>
          <p:spPr>
            <a:xfrm>
              <a:off x="7913039" y="2802552"/>
              <a:ext cx="615486" cy="76946"/>
            </a:xfrm>
            <a:custGeom>
              <a:avLst/>
              <a:gdLst/>
              <a:ahLst/>
              <a:cxnLst/>
              <a:rect l="l" t="t" r="r" b="b"/>
              <a:pathLst>
                <a:path w="52193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52192" y="6524"/>
                  </a:lnTo>
                  <a:lnTo>
                    <a:pt x="52192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1"/>
            <p:cNvSpPr/>
            <p:nvPr/>
          </p:nvSpPr>
          <p:spPr>
            <a:xfrm>
              <a:off x="7797638" y="3110290"/>
              <a:ext cx="346216" cy="76946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1"/>
            <p:cNvSpPr/>
            <p:nvPr/>
          </p:nvSpPr>
          <p:spPr>
            <a:xfrm>
              <a:off x="7797638" y="3264158"/>
              <a:ext cx="346216" cy="76946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7797638" y="3418027"/>
              <a:ext cx="346216" cy="76946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8413100" y="1828800"/>
              <a:ext cx="333193" cy="31981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0" y="1"/>
                  </a:moveTo>
                  <a:lnTo>
                    <a:pt x="0" y="26097"/>
                  </a:lnTo>
                  <a:lnTo>
                    <a:pt x="26096" y="2609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BBFFF"/>
            </a:solidFill>
            <a:ln w="9525" cap="flat" cmpd="sng">
              <a:solidFill>
                <a:srgbClr val="BB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" name="Google Shape;950;p41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951" name="Google Shape;951;p4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2"/>
          <p:cNvSpPr txBox="1">
            <a:spLocks noGrp="1"/>
          </p:cNvSpPr>
          <p:nvPr>
            <p:ph type="title"/>
          </p:nvPr>
        </p:nvSpPr>
        <p:spPr>
          <a:xfrm>
            <a:off x="1174044" y="1757184"/>
            <a:ext cx="2055689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PROJETOS</a:t>
            </a:r>
            <a:endParaRPr dirty="0"/>
          </a:p>
        </p:txBody>
      </p:sp>
      <p:sp>
        <p:nvSpPr>
          <p:cNvPr id="963" name="Google Shape;963;p42"/>
          <p:cNvSpPr txBox="1">
            <a:spLocks noGrp="1"/>
          </p:cNvSpPr>
          <p:nvPr>
            <p:ph type="body" idx="2"/>
          </p:nvPr>
        </p:nvSpPr>
        <p:spPr>
          <a:xfrm>
            <a:off x="4001475" y="1439999"/>
            <a:ext cx="4422600" cy="2511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Meu objetivo é compartilhar minha paixão pela tecnologia e demonstrar como minhas habilidades e experiências podem agregar valor a projetos e equipes. Explore estes projetos para conhecer mais sobre o meu trabalho</a:t>
            </a:r>
            <a:r>
              <a:rPr lang="en" dirty="0"/>
              <a:t>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/>
              <a:t>Gestão</a:t>
            </a:r>
            <a:r>
              <a:rPr lang="en-US" dirty="0"/>
              <a:t> de </a:t>
            </a:r>
            <a:r>
              <a:rPr lang="en-US" dirty="0" err="1"/>
              <a:t>Investimentos</a:t>
            </a:r>
            <a:r>
              <a:rPr lang="en-US" dirty="0"/>
              <a:t>: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/>
              <a:t>Painel</a:t>
            </a:r>
            <a:r>
              <a:rPr lang="en-US" dirty="0"/>
              <a:t> Trade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dirty="0" err="1"/>
              <a:t>TVMed</a:t>
            </a:r>
            <a:r>
              <a:rPr lang="pt-BR" dirty="0"/>
              <a:t> Gateway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3"/>
          <p:cNvSpPr txBox="1">
            <a:spLocks noGrp="1"/>
          </p:cNvSpPr>
          <p:nvPr>
            <p:ph type="title"/>
          </p:nvPr>
        </p:nvSpPr>
        <p:spPr>
          <a:xfrm>
            <a:off x="1422400" y="1340850"/>
            <a:ext cx="6118778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</a:rPr>
              <a:t>Gestão de Investimentos</a:t>
            </a:r>
            <a:endParaRPr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de Investimentos</a:t>
            </a:r>
            <a:endParaRPr dirty="0"/>
          </a:p>
        </p:txBody>
      </p:sp>
      <p:sp>
        <p:nvSpPr>
          <p:cNvPr id="1626" name="Google Shape;1626;p65"/>
          <p:cNvSpPr txBox="1">
            <a:spLocks noGrp="1"/>
          </p:cNvSpPr>
          <p:nvPr>
            <p:ph type="body" idx="1"/>
          </p:nvPr>
        </p:nvSpPr>
        <p:spPr>
          <a:xfrm>
            <a:off x="720000" y="1525600"/>
            <a:ext cx="7890600" cy="1717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Software que oferece uma solução abrangente para a gestão de investimentos, com módulo dedicado a operações financeiras na Bolsa de Valores. Além disso, proporciona funcionalidades essenciais para o gerenciamento de pedidos, clientes e produtos. No âmbito financeiro, inclui um módulo completo para controle de contas a pagar e a receber, emissão de </a:t>
            </a:r>
            <a:r>
              <a:rPr lang="pt-BR" sz="1600" dirty="0" err="1"/>
              <a:t>NFe</a:t>
            </a:r>
            <a:r>
              <a:rPr lang="pt-BR" sz="1600" dirty="0"/>
              <a:t>, conciliação financeira e processos de cobrança.</a:t>
            </a:r>
            <a:endParaRPr sz="1600" dirty="0"/>
          </a:p>
        </p:txBody>
      </p:sp>
      <p:grpSp>
        <p:nvGrpSpPr>
          <p:cNvPr id="4" name="Google Shape;10522;p78">
            <a:extLst>
              <a:ext uri="{FF2B5EF4-FFF2-40B4-BE49-F238E27FC236}">
                <a16:creationId xmlns:a16="http://schemas.microsoft.com/office/drawing/2014/main" id="{0DD4278D-EDF7-3159-6AF5-CB81DC17B380}"/>
              </a:ext>
            </a:extLst>
          </p:cNvPr>
          <p:cNvGrpSpPr/>
          <p:nvPr/>
        </p:nvGrpSpPr>
        <p:grpSpPr>
          <a:xfrm>
            <a:off x="7416800" y="3935686"/>
            <a:ext cx="919753" cy="675003"/>
            <a:chOff x="-62882850" y="1999375"/>
            <a:chExt cx="315850" cy="250500"/>
          </a:xfrm>
        </p:grpSpPr>
        <p:sp>
          <p:nvSpPr>
            <p:cNvPr id="5" name="Google Shape;10523;p78">
              <a:extLst>
                <a:ext uri="{FF2B5EF4-FFF2-40B4-BE49-F238E27FC236}">
                  <a16:creationId xmlns:a16="http://schemas.microsoft.com/office/drawing/2014/main" id="{F1E1329C-2397-7789-C250-BE63A1015C66}"/>
                </a:ext>
              </a:extLst>
            </p:cNvPr>
            <p:cNvSpPr/>
            <p:nvPr/>
          </p:nvSpPr>
          <p:spPr>
            <a:xfrm>
              <a:off x="-62882850" y="1999375"/>
              <a:ext cx="315850" cy="250500"/>
            </a:xfrm>
            <a:custGeom>
              <a:avLst/>
              <a:gdLst/>
              <a:ahLst/>
              <a:cxnLst/>
              <a:rect l="l" t="t" r="r" b="b"/>
              <a:pathLst>
                <a:path w="12634" h="10020" extrusionOk="0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524;p78">
              <a:extLst>
                <a:ext uri="{FF2B5EF4-FFF2-40B4-BE49-F238E27FC236}">
                  <a16:creationId xmlns:a16="http://schemas.microsoft.com/office/drawing/2014/main" id="{454FBF2F-C221-9130-F63D-61D27352AF4F}"/>
                </a:ext>
              </a:extLst>
            </p:cNvPr>
            <p:cNvSpPr/>
            <p:nvPr/>
          </p:nvSpPr>
          <p:spPr>
            <a:xfrm>
              <a:off x="-62806475" y="2062375"/>
              <a:ext cx="146525" cy="103800"/>
            </a:xfrm>
            <a:custGeom>
              <a:avLst/>
              <a:gdLst/>
              <a:ahLst/>
              <a:cxnLst/>
              <a:rect l="l" t="t" r="r" b="b"/>
              <a:pathLst>
                <a:path w="5861" h="4152" extrusionOk="0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0753;p78">
            <a:extLst>
              <a:ext uri="{FF2B5EF4-FFF2-40B4-BE49-F238E27FC236}">
                <a16:creationId xmlns:a16="http://schemas.microsoft.com/office/drawing/2014/main" id="{8F7E1361-BF4E-8EDD-9AF1-C13E54216FC4}"/>
              </a:ext>
            </a:extLst>
          </p:cNvPr>
          <p:cNvGrpSpPr/>
          <p:nvPr/>
        </p:nvGrpSpPr>
        <p:grpSpPr>
          <a:xfrm>
            <a:off x="788958" y="4295590"/>
            <a:ext cx="315977" cy="347599"/>
            <a:chOff x="1790525" y="2319150"/>
            <a:chExt cx="267800" cy="294600"/>
          </a:xfrm>
        </p:grpSpPr>
        <p:sp>
          <p:nvSpPr>
            <p:cNvPr id="16" name="Google Shape;10754;p78">
              <a:extLst>
                <a:ext uri="{FF2B5EF4-FFF2-40B4-BE49-F238E27FC236}">
                  <a16:creationId xmlns:a16="http://schemas.microsoft.com/office/drawing/2014/main" id="{D1C141FD-4524-49FA-342E-5CE245AD9101}"/>
                </a:ext>
              </a:extLst>
            </p:cNvPr>
            <p:cNvSpPr/>
            <p:nvPr/>
          </p:nvSpPr>
          <p:spPr>
            <a:xfrm>
              <a:off x="1881100" y="2423125"/>
              <a:ext cx="88225" cy="155175"/>
            </a:xfrm>
            <a:custGeom>
              <a:avLst/>
              <a:gdLst/>
              <a:ahLst/>
              <a:cxnLst/>
              <a:rect l="l" t="t" r="r" b="b"/>
              <a:pathLst>
                <a:path w="3529" h="6207" extrusionOk="0">
                  <a:moveTo>
                    <a:pt x="1418" y="1323"/>
                  </a:moveTo>
                  <a:lnTo>
                    <a:pt x="1418" y="2741"/>
                  </a:lnTo>
                  <a:lnTo>
                    <a:pt x="1072" y="2741"/>
                  </a:lnTo>
                  <a:cubicBezTo>
                    <a:pt x="882" y="2741"/>
                    <a:pt x="725" y="2583"/>
                    <a:pt x="725" y="2394"/>
                  </a:cubicBezTo>
                  <a:lnTo>
                    <a:pt x="725" y="1701"/>
                  </a:lnTo>
                  <a:cubicBezTo>
                    <a:pt x="725" y="1481"/>
                    <a:pt x="882" y="1323"/>
                    <a:pt x="1072" y="1323"/>
                  </a:cubicBezTo>
                  <a:close/>
                  <a:moveTo>
                    <a:pt x="2458" y="3466"/>
                  </a:moveTo>
                  <a:cubicBezTo>
                    <a:pt x="2647" y="3466"/>
                    <a:pt x="2804" y="3623"/>
                    <a:pt x="2804" y="3812"/>
                  </a:cubicBezTo>
                  <a:lnTo>
                    <a:pt x="2804" y="4537"/>
                  </a:lnTo>
                  <a:cubicBezTo>
                    <a:pt x="2804" y="4726"/>
                    <a:pt x="2647" y="4883"/>
                    <a:pt x="2458" y="4883"/>
                  </a:cubicBezTo>
                  <a:lnTo>
                    <a:pt x="2111" y="4883"/>
                  </a:lnTo>
                  <a:lnTo>
                    <a:pt x="2111" y="3466"/>
                  </a:lnTo>
                  <a:close/>
                  <a:moveTo>
                    <a:pt x="1796" y="0"/>
                  </a:moveTo>
                  <a:cubicBezTo>
                    <a:pt x="1576" y="0"/>
                    <a:pt x="1418" y="158"/>
                    <a:pt x="1418" y="347"/>
                  </a:cubicBezTo>
                  <a:lnTo>
                    <a:pt x="1418" y="693"/>
                  </a:lnTo>
                  <a:lnTo>
                    <a:pt x="1072" y="693"/>
                  </a:lnTo>
                  <a:cubicBezTo>
                    <a:pt x="473" y="693"/>
                    <a:pt x="63" y="1166"/>
                    <a:pt x="63" y="1733"/>
                  </a:cubicBezTo>
                  <a:lnTo>
                    <a:pt x="63" y="2426"/>
                  </a:lnTo>
                  <a:cubicBezTo>
                    <a:pt x="63" y="3025"/>
                    <a:pt x="536" y="3466"/>
                    <a:pt x="1072" y="3466"/>
                  </a:cubicBezTo>
                  <a:lnTo>
                    <a:pt x="1418" y="3466"/>
                  </a:lnTo>
                  <a:lnTo>
                    <a:pt x="1418" y="4852"/>
                  </a:lnTo>
                  <a:lnTo>
                    <a:pt x="1072" y="4852"/>
                  </a:lnTo>
                  <a:cubicBezTo>
                    <a:pt x="882" y="4852"/>
                    <a:pt x="725" y="4694"/>
                    <a:pt x="725" y="4474"/>
                  </a:cubicBezTo>
                  <a:cubicBezTo>
                    <a:pt x="725" y="4285"/>
                    <a:pt x="567" y="4127"/>
                    <a:pt x="378" y="4127"/>
                  </a:cubicBezTo>
                  <a:cubicBezTo>
                    <a:pt x="158" y="4127"/>
                    <a:pt x="0" y="4285"/>
                    <a:pt x="0" y="4474"/>
                  </a:cubicBezTo>
                  <a:cubicBezTo>
                    <a:pt x="0" y="5072"/>
                    <a:pt x="473" y="5513"/>
                    <a:pt x="1040" y="5513"/>
                  </a:cubicBezTo>
                  <a:lnTo>
                    <a:pt x="1387" y="5513"/>
                  </a:lnTo>
                  <a:lnTo>
                    <a:pt x="1387" y="5860"/>
                  </a:lnTo>
                  <a:cubicBezTo>
                    <a:pt x="1387" y="6049"/>
                    <a:pt x="1544" y="6207"/>
                    <a:pt x="1733" y="6207"/>
                  </a:cubicBezTo>
                  <a:cubicBezTo>
                    <a:pt x="1954" y="6207"/>
                    <a:pt x="2111" y="6049"/>
                    <a:pt x="2111" y="5860"/>
                  </a:cubicBezTo>
                  <a:lnTo>
                    <a:pt x="2111" y="5545"/>
                  </a:lnTo>
                  <a:lnTo>
                    <a:pt x="2458" y="5545"/>
                  </a:lnTo>
                  <a:cubicBezTo>
                    <a:pt x="3056" y="5545"/>
                    <a:pt x="3466" y="5072"/>
                    <a:pt x="3466" y="4537"/>
                  </a:cubicBezTo>
                  <a:lnTo>
                    <a:pt x="3466" y="3812"/>
                  </a:lnTo>
                  <a:cubicBezTo>
                    <a:pt x="3466" y="3214"/>
                    <a:pt x="2993" y="2804"/>
                    <a:pt x="2458" y="2804"/>
                  </a:cubicBezTo>
                  <a:lnTo>
                    <a:pt x="2111" y="2804"/>
                  </a:lnTo>
                  <a:lnTo>
                    <a:pt x="2111" y="1386"/>
                  </a:lnTo>
                  <a:lnTo>
                    <a:pt x="2458" y="1386"/>
                  </a:lnTo>
                  <a:cubicBezTo>
                    <a:pt x="2647" y="1386"/>
                    <a:pt x="2804" y="1544"/>
                    <a:pt x="2804" y="1733"/>
                  </a:cubicBezTo>
                  <a:cubicBezTo>
                    <a:pt x="2804" y="1922"/>
                    <a:pt x="2962" y="2079"/>
                    <a:pt x="3151" y="2079"/>
                  </a:cubicBezTo>
                  <a:cubicBezTo>
                    <a:pt x="3371" y="2079"/>
                    <a:pt x="3529" y="1922"/>
                    <a:pt x="3529" y="1733"/>
                  </a:cubicBezTo>
                  <a:cubicBezTo>
                    <a:pt x="3529" y="1134"/>
                    <a:pt x="3056" y="693"/>
                    <a:pt x="2489" y="693"/>
                  </a:cubicBez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755;p78">
              <a:extLst>
                <a:ext uri="{FF2B5EF4-FFF2-40B4-BE49-F238E27FC236}">
                  <a16:creationId xmlns:a16="http://schemas.microsoft.com/office/drawing/2014/main" id="{881D956E-B1C0-EB57-7DA0-1BE51C963240}"/>
                </a:ext>
              </a:extLst>
            </p:cNvPr>
            <p:cNvSpPr/>
            <p:nvPr/>
          </p:nvSpPr>
          <p:spPr>
            <a:xfrm>
              <a:off x="1790525" y="2319150"/>
              <a:ext cx="267800" cy="294600"/>
            </a:xfrm>
            <a:custGeom>
              <a:avLst/>
              <a:gdLst/>
              <a:ahLst/>
              <a:cxnLst/>
              <a:rect l="l" t="t" r="r" b="b"/>
              <a:pathLst>
                <a:path w="10712" h="11784" extrusionOk="0">
                  <a:moveTo>
                    <a:pt x="6427" y="662"/>
                  </a:moveTo>
                  <a:cubicBezTo>
                    <a:pt x="6837" y="662"/>
                    <a:pt x="7152" y="977"/>
                    <a:pt x="7152" y="1355"/>
                  </a:cubicBezTo>
                  <a:cubicBezTo>
                    <a:pt x="7152" y="1765"/>
                    <a:pt x="6837" y="2080"/>
                    <a:pt x="6427" y="2080"/>
                  </a:cubicBezTo>
                  <a:lnTo>
                    <a:pt x="6427" y="1702"/>
                  </a:lnTo>
                  <a:cubicBezTo>
                    <a:pt x="6427" y="1513"/>
                    <a:pt x="6270" y="1355"/>
                    <a:pt x="6081" y="1355"/>
                  </a:cubicBezTo>
                  <a:lnTo>
                    <a:pt x="4695" y="1355"/>
                  </a:lnTo>
                  <a:cubicBezTo>
                    <a:pt x="4505" y="1355"/>
                    <a:pt x="4348" y="1513"/>
                    <a:pt x="4348" y="1702"/>
                  </a:cubicBezTo>
                  <a:lnTo>
                    <a:pt x="4348" y="2080"/>
                  </a:lnTo>
                  <a:cubicBezTo>
                    <a:pt x="3938" y="2017"/>
                    <a:pt x="3623" y="1765"/>
                    <a:pt x="3623" y="1355"/>
                  </a:cubicBezTo>
                  <a:cubicBezTo>
                    <a:pt x="3623" y="977"/>
                    <a:pt x="3938" y="662"/>
                    <a:pt x="4348" y="662"/>
                  </a:cubicBezTo>
                  <a:close/>
                  <a:moveTo>
                    <a:pt x="5734" y="2017"/>
                  </a:moveTo>
                  <a:lnTo>
                    <a:pt x="5734" y="2741"/>
                  </a:lnTo>
                  <a:lnTo>
                    <a:pt x="5010" y="2741"/>
                  </a:lnTo>
                  <a:lnTo>
                    <a:pt x="5010" y="2017"/>
                  </a:lnTo>
                  <a:close/>
                  <a:moveTo>
                    <a:pt x="1418" y="1985"/>
                  </a:moveTo>
                  <a:lnTo>
                    <a:pt x="1859" y="2489"/>
                  </a:lnTo>
                  <a:lnTo>
                    <a:pt x="1355" y="2930"/>
                  </a:lnTo>
                  <a:lnTo>
                    <a:pt x="914" y="2426"/>
                  </a:lnTo>
                  <a:lnTo>
                    <a:pt x="1418" y="1985"/>
                  </a:lnTo>
                  <a:close/>
                  <a:moveTo>
                    <a:pt x="9357" y="1985"/>
                  </a:moveTo>
                  <a:lnTo>
                    <a:pt x="9861" y="2426"/>
                  </a:lnTo>
                  <a:lnTo>
                    <a:pt x="9420" y="2930"/>
                  </a:lnTo>
                  <a:lnTo>
                    <a:pt x="8916" y="2489"/>
                  </a:lnTo>
                  <a:lnTo>
                    <a:pt x="9357" y="1985"/>
                  </a:lnTo>
                  <a:close/>
                  <a:moveTo>
                    <a:pt x="5356" y="3434"/>
                  </a:moveTo>
                  <a:cubicBezTo>
                    <a:pt x="7467" y="3434"/>
                    <a:pt x="9200" y="5167"/>
                    <a:pt x="9200" y="7278"/>
                  </a:cubicBezTo>
                  <a:cubicBezTo>
                    <a:pt x="9200" y="9389"/>
                    <a:pt x="7498" y="11090"/>
                    <a:pt x="5356" y="11090"/>
                  </a:cubicBezTo>
                  <a:cubicBezTo>
                    <a:pt x="3277" y="11090"/>
                    <a:pt x="1544" y="9357"/>
                    <a:pt x="1544" y="7278"/>
                  </a:cubicBezTo>
                  <a:cubicBezTo>
                    <a:pt x="1576" y="5136"/>
                    <a:pt x="3277" y="3434"/>
                    <a:pt x="5356" y="3434"/>
                  </a:cubicBezTo>
                  <a:close/>
                  <a:moveTo>
                    <a:pt x="4316" y="0"/>
                  </a:moveTo>
                  <a:cubicBezTo>
                    <a:pt x="3560" y="0"/>
                    <a:pt x="2930" y="631"/>
                    <a:pt x="2930" y="1387"/>
                  </a:cubicBezTo>
                  <a:cubicBezTo>
                    <a:pt x="2930" y="2143"/>
                    <a:pt x="3560" y="2773"/>
                    <a:pt x="4316" y="2773"/>
                  </a:cubicBezTo>
                  <a:lnTo>
                    <a:pt x="4316" y="2899"/>
                  </a:lnTo>
                  <a:cubicBezTo>
                    <a:pt x="3749" y="3025"/>
                    <a:pt x="3214" y="3277"/>
                    <a:pt x="2741" y="3592"/>
                  </a:cubicBezTo>
                  <a:lnTo>
                    <a:pt x="2269" y="3056"/>
                  </a:lnTo>
                  <a:lnTo>
                    <a:pt x="2521" y="2804"/>
                  </a:lnTo>
                  <a:cubicBezTo>
                    <a:pt x="2741" y="2678"/>
                    <a:pt x="2741" y="2458"/>
                    <a:pt x="2615" y="2332"/>
                  </a:cubicBezTo>
                  <a:lnTo>
                    <a:pt x="1702" y="1292"/>
                  </a:lnTo>
                  <a:cubicBezTo>
                    <a:pt x="1631" y="1203"/>
                    <a:pt x="1530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7"/>
                  </a:lnTo>
                  <a:cubicBezTo>
                    <a:pt x="1106" y="3770"/>
                    <a:pt x="1199" y="3809"/>
                    <a:pt x="1291" y="3809"/>
                  </a:cubicBezTo>
                  <a:cubicBezTo>
                    <a:pt x="1372" y="3809"/>
                    <a:pt x="1453" y="3778"/>
                    <a:pt x="1513" y="3718"/>
                  </a:cubicBezTo>
                  <a:lnTo>
                    <a:pt x="1796" y="3498"/>
                  </a:lnTo>
                  <a:lnTo>
                    <a:pt x="2269" y="4033"/>
                  </a:lnTo>
                  <a:cubicBezTo>
                    <a:pt x="1387" y="4852"/>
                    <a:pt x="882" y="6018"/>
                    <a:pt x="882" y="7278"/>
                  </a:cubicBezTo>
                  <a:cubicBezTo>
                    <a:pt x="882" y="9735"/>
                    <a:pt x="2899" y="11783"/>
                    <a:pt x="5356" y="11783"/>
                  </a:cubicBezTo>
                  <a:cubicBezTo>
                    <a:pt x="7845" y="11783"/>
                    <a:pt x="9861" y="9735"/>
                    <a:pt x="9861" y="7278"/>
                  </a:cubicBezTo>
                  <a:cubicBezTo>
                    <a:pt x="9861" y="6081"/>
                    <a:pt x="9389" y="4915"/>
                    <a:pt x="8475" y="4033"/>
                  </a:cubicBezTo>
                  <a:lnTo>
                    <a:pt x="8948" y="3498"/>
                  </a:lnTo>
                  <a:lnTo>
                    <a:pt x="9231" y="3718"/>
                  </a:lnTo>
                  <a:cubicBezTo>
                    <a:pt x="9306" y="3778"/>
                    <a:pt x="9387" y="3809"/>
                    <a:pt x="9465" y="3809"/>
                  </a:cubicBezTo>
                  <a:cubicBezTo>
                    <a:pt x="9553" y="3809"/>
                    <a:pt x="9637" y="3770"/>
                    <a:pt x="9704" y="3687"/>
                  </a:cubicBezTo>
                  <a:lnTo>
                    <a:pt x="10617" y="2615"/>
                  </a:lnTo>
                  <a:cubicBezTo>
                    <a:pt x="10712" y="2458"/>
                    <a:pt x="10712" y="2269"/>
                    <a:pt x="10554" y="2143"/>
                  </a:cubicBezTo>
                  <a:lnTo>
                    <a:pt x="9515" y="1229"/>
                  </a:lnTo>
                  <a:cubicBezTo>
                    <a:pt x="9446" y="1188"/>
                    <a:pt x="9365" y="1165"/>
                    <a:pt x="9288" y="1165"/>
                  </a:cubicBezTo>
                  <a:cubicBezTo>
                    <a:pt x="9189" y="1165"/>
                    <a:pt x="9095" y="1203"/>
                    <a:pt x="9042" y="1292"/>
                  </a:cubicBezTo>
                  <a:lnTo>
                    <a:pt x="8129" y="2332"/>
                  </a:lnTo>
                  <a:cubicBezTo>
                    <a:pt x="8003" y="2489"/>
                    <a:pt x="8003" y="2710"/>
                    <a:pt x="8160" y="2804"/>
                  </a:cubicBezTo>
                  <a:lnTo>
                    <a:pt x="8444" y="3056"/>
                  </a:lnTo>
                  <a:lnTo>
                    <a:pt x="7971" y="3592"/>
                  </a:lnTo>
                  <a:cubicBezTo>
                    <a:pt x="7498" y="3245"/>
                    <a:pt x="6931" y="3025"/>
                    <a:pt x="6396" y="2899"/>
                  </a:cubicBezTo>
                  <a:lnTo>
                    <a:pt x="6396" y="2773"/>
                  </a:lnTo>
                  <a:cubicBezTo>
                    <a:pt x="7152" y="2773"/>
                    <a:pt x="7782" y="2143"/>
                    <a:pt x="7782" y="1387"/>
                  </a:cubicBezTo>
                  <a:cubicBezTo>
                    <a:pt x="7782" y="631"/>
                    <a:pt x="7152" y="0"/>
                    <a:pt x="6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B2E0064A-D7D4-6524-4507-056C50FCD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03" y="566124"/>
            <a:ext cx="8043593" cy="40112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FB18AA5-A2C5-2ED3-8246-91A418D99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11" y="611636"/>
            <a:ext cx="8048978" cy="392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723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31C6CB-2D5A-159A-43FA-4BC7A3D08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83" y="553156"/>
            <a:ext cx="7834539" cy="423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50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91B9A97-CD9D-0CEB-3FE4-AAEE26E6C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3" y="792832"/>
            <a:ext cx="8037690" cy="324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61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3"/>
          <p:cNvSpPr txBox="1">
            <a:spLocks noGrp="1"/>
          </p:cNvSpPr>
          <p:nvPr>
            <p:ph type="title"/>
          </p:nvPr>
        </p:nvSpPr>
        <p:spPr>
          <a:xfrm>
            <a:off x="1422400" y="1340850"/>
            <a:ext cx="6118778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</a:rPr>
              <a:t>Painel Trade</a:t>
            </a:r>
            <a:endParaRPr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954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Painel Trade</a:t>
            </a:r>
            <a:endParaRPr dirty="0"/>
          </a:p>
        </p:txBody>
      </p:sp>
      <p:sp>
        <p:nvSpPr>
          <p:cNvPr id="1626" name="Google Shape;1626;p65"/>
          <p:cNvSpPr txBox="1">
            <a:spLocks noGrp="1"/>
          </p:cNvSpPr>
          <p:nvPr>
            <p:ph type="body" idx="1"/>
          </p:nvPr>
        </p:nvSpPr>
        <p:spPr>
          <a:xfrm>
            <a:off x="720000" y="1525600"/>
            <a:ext cx="7890600" cy="1717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Sistema que oferece um completo gerenciamento de operações financeiras, além de um painel informativo abrangente que inclui dados sobre ativos, commodities, ações, rankings e outras informações cruciais do setor financeiro. O diferencial é que as informações são extraídas de forma dinâmica de diversos sites por meio de </a:t>
            </a:r>
            <a:r>
              <a:rPr lang="pt-BR" sz="1600" dirty="0" err="1"/>
              <a:t>webscraping</a:t>
            </a:r>
            <a:r>
              <a:rPr lang="pt-BR" sz="1600" dirty="0"/>
              <a:t>, garantindo dados atualizados e precisos.</a:t>
            </a:r>
            <a:endParaRPr sz="1600" dirty="0"/>
          </a:p>
        </p:txBody>
      </p:sp>
      <p:grpSp>
        <p:nvGrpSpPr>
          <p:cNvPr id="4" name="Google Shape;10522;p78">
            <a:extLst>
              <a:ext uri="{FF2B5EF4-FFF2-40B4-BE49-F238E27FC236}">
                <a16:creationId xmlns:a16="http://schemas.microsoft.com/office/drawing/2014/main" id="{0DD4278D-EDF7-3159-6AF5-CB81DC17B380}"/>
              </a:ext>
            </a:extLst>
          </p:cNvPr>
          <p:cNvGrpSpPr/>
          <p:nvPr/>
        </p:nvGrpSpPr>
        <p:grpSpPr>
          <a:xfrm>
            <a:off x="7416800" y="3935686"/>
            <a:ext cx="919753" cy="675003"/>
            <a:chOff x="-62882850" y="1999375"/>
            <a:chExt cx="315850" cy="250500"/>
          </a:xfrm>
        </p:grpSpPr>
        <p:sp>
          <p:nvSpPr>
            <p:cNvPr id="5" name="Google Shape;10523;p78">
              <a:extLst>
                <a:ext uri="{FF2B5EF4-FFF2-40B4-BE49-F238E27FC236}">
                  <a16:creationId xmlns:a16="http://schemas.microsoft.com/office/drawing/2014/main" id="{F1E1329C-2397-7789-C250-BE63A1015C66}"/>
                </a:ext>
              </a:extLst>
            </p:cNvPr>
            <p:cNvSpPr/>
            <p:nvPr/>
          </p:nvSpPr>
          <p:spPr>
            <a:xfrm>
              <a:off x="-62882850" y="1999375"/>
              <a:ext cx="315850" cy="250500"/>
            </a:xfrm>
            <a:custGeom>
              <a:avLst/>
              <a:gdLst/>
              <a:ahLst/>
              <a:cxnLst/>
              <a:rect l="l" t="t" r="r" b="b"/>
              <a:pathLst>
                <a:path w="12634" h="10020" extrusionOk="0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524;p78">
              <a:extLst>
                <a:ext uri="{FF2B5EF4-FFF2-40B4-BE49-F238E27FC236}">
                  <a16:creationId xmlns:a16="http://schemas.microsoft.com/office/drawing/2014/main" id="{454FBF2F-C221-9130-F63D-61D27352AF4F}"/>
                </a:ext>
              </a:extLst>
            </p:cNvPr>
            <p:cNvSpPr/>
            <p:nvPr/>
          </p:nvSpPr>
          <p:spPr>
            <a:xfrm>
              <a:off x="-62806475" y="2062375"/>
              <a:ext cx="146525" cy="103800"/>
            </a:xfrm>
            <a:custGeom>
              <a:avLst/>
              <a:gdLst/>
              <a:ahLst/>
              <a:cxnLst/>
              <a:rect l="l" t="t" r="r" b="b"/>
              <a:pathLst>
                <a:path w="5861" h="4152" extrusionOk="0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0753;p78">
            <a:extLst>
              <a:ext uri="{FF2B5EF4-FFF2-40B4-BE49-F238E27FC236}">
                <a16:creationId xmlns:a16="http://schemas.microsoft.com/office/drawing/2014/main" id="{8F7E1361-BF4E-8EDD-9AF1-C13E54216FC4}"/>
              </a:ext>
            </a:extLst>
          </p:cNvPr>
          <p:cNvGrpSpPr/>
          <p:nvPr/>
        </p:nvGrpSpPr>
        <p:grpSpPr>
          <a:xfrm>
            <a:off x="788958" y="4295590"/>
            <a:ext cx="315977" cy="347599"/>
            <a:chOff x="1790525" y="2319150"/>
            <a:chExt cx="267800" cy="294600"/>
          </a:xfrm>
        </p:grpSpPr>
        <p:sp>
          <p:nvSpPr>
            <p:cNvPr id="16" name="Google Shape;10754;p78">
              <a:extLst>
                <a:ext uri="{FF2B5EF4-FFF2-40B4-BE49-F238E27FC236}">
                  <a16:creationId xmlns:a16="http://schemas.microsoft.com/office/drawing/2014/main" id="{D1C141FD-4524-49FA-342E-5CE245AD9101}"/>
                </a:ext>
              </a:extLst>
            </p:cNvPr>
            <p:cNvSpPr/>
            <p:nvPr/>
          </p:nvSpPr>
          <p:spPr>
            <a:xfrm>
              <a:off x="1881100" y="2423125"/>
              <a:ext cx="88225" cy="155175"/>
            </a:xfrm>
            <a:custGeom>
              <a:avLst/>
              <a:gdLst/>
              <a:ahLst/>
              <a:cxnLst/>
              <a:rect l="l" t="t" r="r" b="b"/>
              <a:pathLst>
                <a:path w="3529" h="6207" extrusionOk="0">
                  <a:moveTo>
                    <a:pt x="1418" y="1323"/>
                  </a:moveTo>
                  <a:lnTo>
                    <a:pt x="1418" y="2741"/>
                  </a:lnTo>
                  <a:lnTo>
                    <a:pt x="1072" y="2741"/>
                  </a:lnTo>
                  <a:cubicBezTo>
                    <a:pt x="882" y="2741"/>
                    <a:pt x="725" y="2583"/>
                    <a:pt x="725" y="2394"/>
                  </a:cubicBezTo>
                  <a:lnTo>
                    <a:pt x="725" y="1701"/>
                  </a:lnTo>
                  <a:cubicBezTo>
                    <a:pt x="725" y="1481"/>
                    <a:pt x="882" y="1323"/>
                    <a:pt x="1072" y="1323"/>
                  </a:cubicBezTo>
                  <a:close/>
                  <a:moveTo>
                    <a:pt x="2458" y="3466"/>
                  </a:moveTo>
                  <a:cubicBezTo>
                    <a:pt x="2647" y="3466"/>
                    <a:pt x="2804" y="3623"/>
                    <a:pt x="2804" y="3812"/>
                  </a:cubicBezTo>
                  <a:lnTo>
                    <a:pt x="2804" y="4537"/>
                  </a:lnTo>
                  <a:cubicBezTo>
                    <a:pt x="2804" y="4726"/>
                    <a:pt x="2647" y="4883"/>
                    <a:pt x="2458" y="4883"/>
                  </a:cubicBezTo>
                  <a:lnTo>
                    <a:pt x="2111" y="4883"/>
                  </a:lnTo>
                  <a:lnTo>
                    <a:pt x="2111" y="3466"/>
                  </a:lnTo>
                  <a:close/>
                  <a:moveTo>
                    <a:pt x="1796" y="0"/>
                  </a:moveTo>
                  <a:cubicBezTo>
                    <a:pt x="1576" y="0"/>
                    <a:pt x="1418" y="158"/>
                    <a:pt x="1418" y="347"/>
                  </a:cubicBezTo>
                  <a:lnTo>
                    <a:pt x="1418" y="693"/>
                  </a:lnTo>
                  <a:lnTo>
                    <a:pt x="1072" y="693"/>
                  </a:lnTo>
                  <a:cubicBezTo>
                    <a:pt x="473" y="693"/>
                    <a:pt x="63" y="1166"/>
                    <a:pt x="63" y="1733"/>
                  </a:cubicBezTo>
                  <a:lnTo>
                    <a:pt x="63" y="2426"/>
                  </a:lnTo>
                  <a:cubicBezTo>
                    <a:pt x="63" y="3025"/>
                    <a:pt x="536" y="3466"/>
                    <a:pt x="1072" y="3466"/>
                  </a:cubicBezTo>
                  <a:lnTo>
                    <a:pt x="1418" y="3466"/>
                  </a:lnTo>
                  <a:lnTo>
                    <a:pt x="1418" y="4852"/>
                  </a:lnTo>
                  <a:lnTo>
                    <a:pt x="1072" y="4852"/>
                  </a:lnTo>
                  <a:cubicBezTo>
                    <a:pt x="882" y="4852"/>
                    <a:pt x="725" y="4694"/>
                    <a:pt x="725" y="4474"/>
                  </a:cubicBezTo>
                  <a:cubicBezTo>
                    <a:pt x="725" y="4285"/>
                    <a:pt x="567" y="4127"/>
                    <a:pt x="378" y="4127"/>
                  </a:cubicBezTo>
                  <a:cubicBezTo>
                    <a:pt x="158" y="4127"/>
                    <a:pt x="0" y="4285"/>
                    <a:pt x="0" y="4474"/>
                  </a:cubicBezTo>
                  <a:cubicBezTo>
                    <a:pt x="0" y="5072"/>
                    <a:pt x="473" y="5513"/>
                    <a:pt x="1040" y="5513"/>
                  </a:cubicBezTo>
                  <a:lnTo>
                    <a:pt x="1387" y="5513"/>
                  </a:lnTo>
                  <a:lnTo>
                    <a:pt x="1387" y="5860"/>
                  </a:lnTo>
                  <a:cubicBezTo>
                    <a:pt x="1387" y="6049"/>
                    <a:pt x="1544" y="6207"/>
                    <a:pt x="1733" y="6207"/>
                  </a:cubicBezTo>
                  <a:cubicBezTo>
                    <a:pt x="1954" y="6207"/>
                    <a:pt x="2111" y="6049"/>
                    <a:pt x="2111" y="5860"/>
                  </a:cubicBezTo>
                  <a:lnTo>
                    <a:pt x="2111" y="5545"/>
                  </a:lnTo>
                  <a:lnTo>
                    <a:pt x="2458" y="5545"/>
                  </a:lnTo>
                  <a:cubicBezTo>
                    <a:pt x="3056" y="5545"/>
                    <a:pt x="3466" y="5072"/>
                    <a:pt x="3466" y="4537"/>
                  </a:cubicBezTo>
                  <a:lnTo>
                    <a:pt x="3466" y="3812"/>
                  </a:lnTo>
                  <a:cubicBezTo>
                    <a:pt x="3466" y="3214"/>
                    <a:pt x="2993" y="2804"/>
                    <a:pt x="2458" y="2804"/>
                  </a:cubicBezTo>
                  <a:lnTo>
                    <a:pt x="2111" y="2804"/>
                  </a:lnTo>
                  <a:lnTo>
                    <a:pt x="2111" y="1386"/>
                  </a:lnTo>
                  <a:lnTo>
                    <a:pt x="2458" y="1386"/>
                  </a:lnTo>
                  <a:cubicBezTo>
                    <a:pt x="2647" y="1386"/>
                    <a:pt x="2804" y="1544"/>
                    <a:pt x="2804" y="1733"/>
                  </a:cubicBezTo>
                  <a:cubicBezTo>
                    <a:pt x="2804" y="1922"/>
                    <a:pt x="2962" y="2079"/>
                    <a:pt x="3151" y="2079"/>
                  </a:cubicBezTo>
                  <a:cubicBezTo>
                    <a:pt x="3371" y="2079"/>
                    <a:pt x="3529" y="1922"/>
                    <a:pt x="3529" y="1733"/>
                  </a:cubicBezTo>
                  <a:cubicBezTo>
                    <a:pt x="3529" y="1134"/>
                    <a:pt x="3056" y="693"/>
                    <a:pt x="2489" y="693"/>
                  </a:cubicBez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755;p78">
              <a:extLst>
                <a:ext uri="{FF2B5EF4-FFF2-40B4-BE49-F238E27FC236}">
                  <a16:creationId xmlns:a16="http://schemas.microsoft.com/office/drawing/2014/main" id="{881D956E-B1C0-EB57-7DA0-1BE51C963240}"/>
                </a:ext>
              </a:extLst>
            </p:cNvPr>
            <p:cNvSpPr/>
            <p:nvPr/>
          </p:nvSpPr>
          <p:spPr>
            <a:xfrm>
              <a:off x="1790525" y="2319150"/>
              <a:ext cx="267800" cy="294600"/>
            </a:xfrm>
            <a:custGeom>
              <a:avLst/>
              <a:gdLst/>
              <a:ahLst/>
              <a:cxnLst/>
              <a:rect l="l" t="t" r="r" b="b"/>
              <a:pathLst>
                <a:path w="10712" h="11784" extrusionOk="0">
                  <a:moveTo>
                    <a:pt x="6427" y="662"/>
                  </a:moveTo>
                  <a:cubicBezTo>
                    <a:pt x="6837" y="662"/>
                    <a:pt x="7152" y="977"/>
                    <a:pt x="7152" y="1355"/>
                  </a:cubicBezTo>
                  <a:cubicBezTo>
                    <a:pt x="7152" y="1765"/>
                    <a:pt x="6837" y="2080"/>
                    <a:pt x="6427" y="2080"/>
                  </a:cubicBezTo>
                  <a:lnTo>
                    <a:pt x="6427" y="1702"/>
                  </a:lnTo>
                  <a:cubicBezTo>
                    <a:pt x="6427" y="1513"/>
                    <a:pt x="6270" y="1355"/>
                    <a:pt x="6081" y="1355"/>
                  </a:cubicBezTo>
                  <a:lnTo>
                    <a:pt x="4695" y="1355"/>
                  </a:lnTo>
                  <a:cubicBezTo>
                    <a:pt x="4505" y="1355"/>
                    <a:pt x="4348" y="1513"/>
                    <a:pt x="4348" y="1702"/>
                  </a:cubicBezTo>
                  <a:lnTo>
                    <a:pt x="4348" y="2080"/>
                  </a:lnTo>
                  <a:cubicBezTo>
                    <a:pt x="3938" y="2017"/>
                    <a:pt x="3623" y="1765"/>
                    <a:pt x="3623" y="1355"/>
                  </a:cubicBezTo>
                  <a:cubicBezTo>
                    <a:pt x="3623" y="977"/>
                    <a:pt x="3938" y="662"/>
                    <a:pt x="4348" y="662"/>
                  </a:cubicBezTo>
                  <a:close/>
                  <a:moveTo>
                    <a:pt x="5734" y="2017"/>
                  </a:moveTo>
                  <a:lnTo>
                    <a:pt x="5734" y="2741"/>
                  </a:lnTo>
                  <a:lnTo>
                    <a:pt x="5010" y="2741"/>
                  </a:lnTo>
                  <a:lnTo>
                    <a:pt x="5010" y="2017"/>
                  </a:lnTo>
                  <a:close/>
                  <a:moveTo>
                    <a:pt x="1418" y="1985"/>
                  </a:moveTo>
                  <a:lnTo>
                    <a:pt x="1859" y="2489"/>
                  </a:lnTo>
                  <a:lnTo>
                    <a:pt x="1355" y="2930"/>
                  </a:lnTo>
                  <a:lnTo>
                    <a:pt x="914" y="2426"/>
                  </a:lnTo>
                  <a:lnTo>
                    <a:pt x="1418" y="1985"/>
                  </a:lnTo>
                  <a:close/>
                  <a:moveTo>
                    <a:pt x="9357" y="1985"/>
                  </a:moveTo>
                  <a:lnTo>
                    <a:pt x="9861" y="2426"/>
                  </a:lnTo>
                  <a:lnTo>
                    <a:pt x="9420" y="2930"/>
                  </a:lnTo>
                  <a:lnTo>
                    <a:pt x="8916" y="2489"/>
                  </a:lnTo>
                  <a:lnTo>
                    <a:pt x="9357" y="1985"/>
                  </a:lnTo>
                  <a:close/>
                  <a:moveTo>
                    <a:pt x="5356" y="3434"/>
                  </a:moveTo>
                  <a:cubicBezTo>
                    <a:pt x="7467" y="3434"/>
                    <a:pt x="9200" y="5167"/>
                    <a:pt x="9200" y="7278"/>
                  </a:cubicBezTo>
                  <a:cubicBezTo>
                    <a:pt x="9200" y="9389"/>
                    <a:pt x="7498" y="11090"/>
                    <a:pt x="5356" y="11090"/>
                  </a:cubicBezTo>
                  <a:cubicBezTo>
                    <a:pt x="3277" y="11090"/>
                    <a:pt x="1544" y="9357"/>
                    <a:pt x="1544" y="7278"/>
                  </a:cubicBezTo>
                  <a:cubicBezTo>
                    <a:pt x="1576" y="5136"/>
                    <a:pt x="3277" y="3434"/>
                    <a:pt x="5356" y="3434"/>
                  </a:cubicBezTo>
                  <a:close/>
                  <a:moveTo>
                    <a:pt x="4316" y="0"/>
                  </a:moveTo>
                  <a:cubicBezTo>
                    <a:pt x="3560" y="0"/>
                    <a:pt x="2930" y="631"/>
                    <a:pt x="2930" y="1387"/>
                  </a:cubicBezTo>
                  <a:cubicBezTo>
                    <a:pt x="2930" y="2143"/>
                    <a:pt x="3560" y="2773"/>
                    <a:pt x="4316" y="2773"/>
                  </a:cubicBezTo>
                  <a:lnTo>
                    <a:pt x="4316" y="2899"/>
                  </a:lnTo>
                  <a:cubicBezTo>
                    <a:pt x="3749" y="3025"/>
                    <a:pt x="3214" y="3277"/>
                    <a:pt x="2741" y="3592"/>
                  </a:cubicBezTo>
                  <a:lnTo>
                    <a:pt x="2269" y="3056"/>
                  </a:lnTo>
                  <a:lnTo>
                    <a:pt x="2521" y="2804"/>
                  </a:lnTo>
                  <a:cubicBezTo>
                    <a:pt x="2741" y="2678"/>
                    <a:pt x="2741" y="2458"/>
                    <a:pt x="2615" y="2332"/>
                  </a:cubicBezTo>
                  <a:lnTo>
                    <a:pt x="1702" y="1292"/>
                  </a:lnTo>
                  <a:cubicBezTo>
                    <a:pt x="1631" y="1203"/>
                    <a:pt x="1530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7"/>
                  </a:lnTo>
                  <a:cubicBezTo>
                    <a:pt x="1106" y="3770"/>
                    <a:pt x="1199" y="3809"/>
                    <a:pt x="1291" y="3809"/>
                  </a:cubicBezTo>
                  <a:cubicBezTo>
                    <a:pt x="1372" y="3809"/>
                    <a:pt x="1453" y="3778"/>
                    <a:pt x="1513" y="3718"/>
                  </a:cubicBezTo>
                  <a:lnTo>
                    <a:pt x="1796" y="3498"/>
                  </a:lnTo>
                  <a:lnTo>
                    <a:pt x="2269" y="4033"/>
                  </a:lnTo>
                  <a:cubicBezTo>
                    <a:pt x="1387" y="4852"/>
                    <a:pt x="882" y="6018"/>
                    <a:pt x="882" y="7278"/>
                  </a:cubicBezTo>
                  <a:cubicBezTo>
                    <a:pt x="882" y="9735"/>
                    <a:pt x="2899" y="11783"/>
                    <a:pt x="5356" y="11783"/>
                  </a:cubicBezTo>
                  <a:cubicBezTo>
                    <a:pt x="7845" y="11783"/>
                    <a:pt x="9861" y="9735"/>
                    <a:pt x="9861" y="7278"/>
                  </a:cubicBezTo>
                  <a:cubicBezTo>
                    <a:pt x="9861" y="6081"/>
                    <a:pt x="9389" y="4915"/>
                    <a:pt x="8475" y="4033"/>
                  </a:cubicBezTo>
                  <a:lnTo>
                    <a:pt x="8948" y="3498"/>
                  </a:lnTo>
                  <a:lnTo>
                    <a:pt x="9231" y="3718"/>
                  </a:lnTo>
                  <a:cubicBezTo>
                    <a:pt x="9306" y="3778"/>
                    <a:pt x="9387" y="3809"/>
                    <a:pt x="9465" y="3809"/>
                  </a:cubicBezTo>
                  <a:cubicBezTo>
                    <a:pt x="9553" y="3809"/>
                    <a:pt x="9637" y="3770"/>
                    <a:pt x="9704" y="3687"/>
                  </a:cubicBezTo>
                  <a:lnTo>
                    <a:pt x="10617" y="2615"/>
                  </a:lnTo>
                  <a:cubicBezTo>
                    <a:pt x="10712" y="2458"/>
                    <a:pt x="10712" y="2269"/>
                    <a:pt x="10554" y="2143"/>
                  </a:cubicBezTo>
                  <a:lnTo>
                    <a:pt x="9515" y="1229"/>
                  </a:lnTo>
                  <a:cubicBezTo>
                    <a:pt x="9446" y="1188"/>
                    <a:pt x="9365" y="1165"/>
                    <a:pt x="9288" y="1165"/>
                  </a:cubicBezTo>
                  <a:cubicBezTo>
                    <a:pt x="9189" y="1165"/>
                    <a:pt x="9095" y="1203"/>
                    <a:pt x="9042" y="1292"/>
                  </a:cubicBezTo>
                  <a:lnTo>
                    <a:pt x="8129" y="2332"/>
                  </a:lnTo>
                  <a:cubicBezTo>
                    <a:pt x="8003" y="2489"/>
                    <a:pt x="8003" y="2710"/>
                    <a:pt x="8160" y="2804"/>
                  </a:cubicBezTo>
                  <a:lnTo>
                    <a:pt x="8444" y="3056"/>
                  </a:lnTo>
                  <a:lnTo>
                    <a:pt x="7971" y="3592"/>
                  </a:lnTo>
                  <a:cubicBezTo>
                    <a:pt x="7498" y="3245"/>
                    <a:pt x="6931" y="3025"/>
                    <a:pt x="6396" y="2899"/>
                  </a:cubicBezTo>
                  <a:lnTo>
                    <a:pt x="6396" y="2773"/>
                  </a:lnTo>
                  <a:cubicBezTo>
                    <a:pt x="7152" y="2773"/>
                    <a:pt x="7782" y="2143"/>
                    <a:pt x="7782" y="1387"/>
                  </a:cubicBezTo>
                  <a:cubicBezTo>
                    <a:pt x="7782" y="631"/>
                    <a:pt x="7152" y="0"/>
                    <a:pt x="6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75358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91502FC-9480-9184-686B-0C9FA9B38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39" y="670667"/>
            <a:ext cx="7661322" cy="38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28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85EF659-F22E-EF8E-99ED-9D4B57038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11" y="346673"/>
            <a:ext cx="7896578" cy="442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01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A1917AE-F8E3-0B9B-2709-551A28224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89" y="517160"/>
            <a:ext cx="8105422" cy="410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33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349565-76E1-C35D-2BFC-2347B9968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78" y="510949"/>
            <a:ext cx="8082844" cy="412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41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3"/>
          <p:cNvSpPr txBox="1">
            <a:spLocks noGrp="1"/>
          </p:cNvSpPr>
          <p:nvPr>
            <p:ph type="title"/>
          </p:nvPr>
        </p:nvSpPr>
        <p:spPr>
          <a:xfrm>
            <a:off x="1422400" y="1340850"/>
            <a:ext cx="6807200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chemeClr val="accent1"/>
                </a:solidFill>
              </a:rPr>
              <a:t>TVMed</a:t>
            </a:r>
            <a:r>
              <a:rPr lang="pt-BR" dirty="0">
                <a:solidFill>
                  <a:schemeClr val="accent1"/>
                </a:solidFill>
              </a:rPr>
              <a:t> Gateway</a:t>
            </a:r>
            <a:endParaRPr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803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TVMed</a:t>
            </a:r>
            <a:r>
              <a:rPr lang="pt-BR" dirty="0"/>
              <a:t> Gateway</a:t>
            </a:r>
            <a:endParaRPr dirty="0"/>
          </a:p>
        </p:txBody>
      </p:sp>
      <p:sp>
        <p:nvSpPr>
          <p:cNvPr id="1626" name="Google Shape;1626;p65"/>
          <p:cNvSpPr txBox="1">
            <a:spLocks noGrp="1"/>
          </p:cNvSpPr>
          <p:nvPr>
            <p:ph type="body" idx="1"/>
          </p:nvPr>
        </p:nvSpPr>
        <p:spPr>
          <a:xfrm>
            <a:off x="720000" y="1525600"/>
            <a:ext cx="7890600" cy="1717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Aplicação para integração com meio de pagamento (</a:t>
            </a:r>
            <a:r>
              <a:rPr lang="pt-BR" sz="1600" dirty="0" err="1"/>
              <a:t>PagarMe</a:t>
            </a:r>
            <a:r>
              <a:rPr lang="pt-BR" sz="1600" dirty="0"/>
              <a:t>) para realizar pagamento de pedidos de clientes.</a:t>
            </a:r>
            <a:endParaRPr sz="1600" dirty="0"/>
          </a:p>
        </p:txBody>
      </p:sp>
      <p:sp>
        <p:nvSpPr>
          <p:cNvPr id="2" name="Google Shape;9963;p76">
            <a:extLst>
              <a:ext uri="{FF2B5EF4-FFF2-40B4-BE49-F238E27FC236}">
                <a16:creationId xmlns:a16="http://schemas.microsoft.com/office/drawing/2014/main" id="{798D3E90-E903-253B-2DDB-34D4ECECEE7C}"/>
              </a:ext>
            </a:extLst>
          </p:cNvPr>
          <p:cNvSpPr/>
          <p:nvPr/>
        </p:nvSpPr>
        <p:spPr>
          <a:xfrm>
            <a:off x="362550" y="4256404"/>
            <a:ext cx="341700" cy="290899"/>
          </a:xfrm>
          <a:custGeom>
            <a:avLst/>
            <a:gdLst/>
            <a:ahLst/>
            <a:cxnLst/>
            <a:rect l="l" t="t" r="r" b="b"/>
            <a:pathLst>
              <a:path w="19412" h="16526" extrusionOk="0">
                <a:moveTo>
                  <a:pt x="8421" y="4128"/>
                </a:moveTo>
                <a:lnTo>
                  <a:pt x="8421" y="6791"/>
                </a:lnTo>
                <a:lnTo>
                  <a:pt x="5302" y="6791"/>
                </a:lnTo>
                <a:lnTo>
                  <a:pt x="4511" y="4128"/>
                </a:lnTo>
                <a:close/>
                <a:moveTo>
                  <a:pt x="12661" y="4131"/>
                </a:moveTo>
                <a:lnTo>
                  <a:pt x="12661" y="6791"/>
                </a:lnTo>
                <a:lnTo>
                  <a:pt x="9554" y="6791"/>
                </a:lnTo>
                <a:lnTo>
                  <a:pt x="9554" y="4131"/>
                </a:lnTo>
                <a:close/>
                <a:moveTo>
                  <a:pt x="17999" y="4131"/>
                </a:moveTo>
                <a:lnTo>
                  <a:pt x="17208" y="6791"/>
                </a:lnTo>
                <a:lnTo>
                  <a:pt x="13793" y="6791"/>
                </a:lnTo>
                <a:lnTo>
                  <a:pt x="13793" y="4131"/>
                </a:lnTo>
                <a:close/>
                <a:moveTo>
                  <a:pt x="8421" y="7923"/>
                </a:moveTo>
                <a:lnTo>
                  <a:pt x="8421" y="10583"/>
                </a:lnTo>
                <a:lnTo>
                  <a:pt x="6432" y="10583"/>
                </a:lnTo>
                <a:lnTo>
                  <a:pt x="5640" y="7923"/>
                </a:lnTo>
                <a:close/>
                <a:moveTo>
                  <a:pt x="12661" y="7923"/>
                </a:moveTo>
                <a:lnTo>
                  <a:pt x="12661" y="10583"/>
                </a:lnTo>
                <a:lnTo>
                  <a:pt x="9554" y="10583"/>
                </a:lnTo>
                <a:lnTo>
                  <a:pt x="9554" y="7923"/>
                </a:lnTo>
                <a:close/>
                <a:moveTo>
                  <a:pt x="16873" y="7923"/>
                </a:moveTo>
                <a:lnTo>
                  <a:pt x="16076" y="10583"/>
                </a:lnTo>
                <a:lnTo>
                  <a:pt x="13793" y="10583"/>
                </a:lnTo>
                <a:lnTo>
                  <a:pt x="13793" y="7923"/>
                </a:lnTo>
                <a:close/>
                <a:moveTo>
                  <a:pt x="7935" y="13570"/>
                </a:moveTo>
                <a:cubicBezTo>
                  <a:pt x="8744" y="13570"/>
                  <a:pt x="9152" y="14551"/>
                  <a:pt x="8578" y="15125"/>
                </a:cubicBezTo>
                <a:cubicBezTo>
                  <a:pt x="8393" y="15310"/>
                  <a:pt x="8165" y="15393"/>
                  <a:pt x="7941" y="15393"/>
                </a:cubicBezTo>
                <a:cubicBezTo>
                  <a:pt x="7473" y="15393"/>
                  <a:pt x="7023" y="15029"/>
                  <a:pt x="7023" y="14482"/>
                </a:cubicBezTo>
                <a:cubicBezTo>
                  <a:pt x="7023" y="13977"/>
                  <a:pt x="7431" y="13573"/>
                  <a:pt x="7932" y="13570"/>
                </a:cubicBezTo>
                <a:close/>
                <a:moveTo>
                  <a:pt x="14910" y="13570"/>
                </a:moveTo>
                <a:cubicBezTo>
                  <a:pt x="15719" y="13570"/>
                  <a:pt x="16127" y="14551"/>
                  <a:pt x="15553" y="15125"/>
                </a:cubicBezTo>
                <a:cubicBezTo>
                  <a:pt x="15368" y="15310"/>
                  <a:pt x="15140" y="15393"/>
                  <a:pt x="14916" y="15393"/>
                </a:cubicBezTo>
                <a:cubicBezTo>
                  <a:pt x="14448" y="15393"/>
                  <a:pt x="13998" y="15029"/>
                  <a:pt x="13998" y="14482"/>
                </a:cubicBezTo>
                <a:cubicBezTo>
                  <a:pt x="13998" y="13977"/>
                  <a:pt x="14406" y="13570"/>
                  <a:pt x="14910" y="13570"/>
                </a:cubicBezTo>
                <a:close/>
                <a:moveTo>
                  <a:pt x="568" y="0"/>
                </a:moveTo>
                <a:cubicBezTo>
                  <a:pt x="254" y="0"/>
                  <a:pt x="0" y="254"/>
                  <a:pt x="0" y="565"/>
                </a:cubicBezTo>
                <a:cubicBezTo>
                  <a:pt x="0" y="879"/>
                  <a:pt x="254" y="1133"/>
                  <a:pt x="568" y="1133"/>
                </a:cubicBezTo>
                <a:lnTo>
                  <a:pt x="2437" y="1133"/>
                </a:lnTo>
                <a:lnTo>
                  <a:pt x="3204" y="3714"/>
                </a:lnTo>
                <a:cubicBezTo>
                  <a:pt x="3207" y="3720"/>
                  <a:pt x="3210" y="3729"/>
                  <a:pt x="3213" y="3738"/>
                </a:cubicBezTo>
                <a:lnTo>
                  <a:pt x="5251" y="10589"/>
                </a:lnTo>
                <a:cubicBezTo>
                  <a:pt x="4052" y="10671"/>
                  <a:pt x="3131" y="11685"/>
                  <a:pt x="3171" y="12887"/>
                </a:cubicBezTo>
                <a:cubicBezTo>
                  <a:pt x="3210" y="14089"/>
                  <a:pt x="4194" y="15043"/>
                  <a:pt x="5396" y="15046"/>
                </a:cubicBezTo>
                <a:lnTo>
                  <a:pt x="5970" y="15046"/>
                </a:lnTo>
                <a:cubicBezTo>
                  <a:pt x="6220" y="15922"/>
                  <a:pt x="7020" y="16526"/>
                  <a:pt x="7932" y="16526"/>
                </a:cubicBezTo>
                <a:cubicBezTo>
                  <a:pt x="8841" y="16526"/>
                  <a:pt x="9641" y="15922"/>
                  <a:pt x="9895" y="15046"/>
                </a:cubicBezTo>
                <a:lnTo>
                  <a:pt x="12947" y="15046"/>
                </a:lnTo>
                <a:cubicBezTo>
                  <a:pt x="13198" y="15922"/>
                  <a:pt x="13998" y="16523"/>
                  <a:pt x="14910" y="16523"/>
                </a:cubicBezTo>
                <a:cubicBezTo>
                  <a:pt x="15819" y="16523"/>
                  <a:pt x="16619" y="15922"/>
                  <a:pt x="16873" y="15046"/>
                </a:cubicBezTo>
                <a:lnTo>
                  <a:pt x="17616" y="15046"/>
                </a:lnTo>
                <a:cubicBezTo>
                  <a:pt x="17927" y="15046"/>
                  <a:pt x="18180" y="14793"/>
                  <a:pt x="18180" y="14482"/>
                </a:cubicBezTo>
                <a:cubicBezTo>
                  <a:pt x="18180" y="14167"/>
                  <a:pt x="17927" y="13914"/>
                  <a:pt x="17616" y="13914"/>
                </a:cubicBezTo>
                <a:lnTo>
                  <a:pt x="16873" y="13914"/>
                </a:lnTo>
                <a:cubicBezTo>
                  <a:pt x="16619" y="13041"/>
                  <a:pt x="15819" y="12437"/>
                  <a:pt x="14910" y="12437"/>
                </a:cubicBezTo>
                <a:cubicBezTo>
                  <a:pt x="13998" y="12437"/>
                  <a:pt x="13198" y="13041"/>
                  <a:pt x="12947" y="13914"/>
                </a:cubicBezTo>
                <a:lnTo>
                  <a:pt x="9895" y="13914"/>
                </a:lnTo>
                <a:cubicBezTo>
                  <a:pt x="9644" y="13038"/>
                  <a:pt x="8844" y="12437"/>
                  <a:pt x="7932" y="12437"/>
                </a:cubicBezTo>
                <a:cubicBezTo>
                  <a:pt x="7023" y="12437"/>
                  <a:pt x="6223" y="13038"/>
                  <a:pt x="5970" y="13914"/>
                </a:cubicBezTo>
                <a:lnTo>
                  <a:pt x="5399" y="13914"/>
                </a:lnTo>
                <a:cubicBezTo>
                  <a:pt x="4798" y="13905"/>
                  <a:pt x="4318" y="13416"/>
                  <a:pt x="4318" y="12815"/>
                </a:cubicBezTo>
                <a:cubicBezTo>
                  <a:pt x="4318" y="12217"/>
                  <a:pt x="4798" y="11728"/>
                  <a:pt x="5399" y="11716"/>
                </a:cubicBezTo>
                <a:lnTo>
                  <a:pt x="16501" y="11716"/>
                </a:lnTo>
                <a:cubicBezTo>
                  <a:pt x="16752" y="11716"/>
                  <a:pt x="16972" y="11553"/>
                  <a:pt x="17045" y="11311"/>
                </a:cubicBezTo>
                <a:lnTo>
                  <a:pt x="19303" y="3726"/>
                </a:lnTo>
                <a:cubicBezTo>
                  <a:pt x="19412" y="3362"/>
                  <a:pt x="19140" y="2999"/>
                  <a:pt x="18765" y="2999"/>
                </a:cubicBezTo>
                <a:cubicBezTo>
                  <a:pt x="18763" y="2999"/>
                  <a:pt x="18761" y="2999"/>
                  <a:pt x="18760" y="2999"/>
                </a:cubicBezTo>
                <a:lnTo>
                  <a:pt x="4173" y="2999"/>
                </a:lnTo>
                <a:lnTo>
                  <a:pt x="3400" y="405"/>
                </a:lnTo>
                <a:cubicBezTo>
                  <a:pt x="3328" y="163"/>
                  <a:pt x="3107" y="0"/>
                  <a:pt x="285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0" name="Google Shape;10040;p76">
            <a:extLst>
              <a:ext uri="{FF2B5EF4-FFF2-40B4-BE49-F238E27FC236}">
                <a16:creationId xmlns:a16="http://schemas.microsoft.com/office/drawing/2014/main" id="{14A7710A-4425-AB75-39DC-B8C4B8FF0062}"/>
              </a:ext>
            </a:extLst>
          </p:cNvPr>
          <p:cNvGrpSpPr/>
          <p:nvPr/>
        </p:nvGrpSpPr>
        <p:grpSpPr>
          <a:xfrm>
            <a:off x="7752432" y="4322680"/>
            <a:ext cx="600701" cy="561639"/>
            <a:chOff x="2077575" y="2615925"/>
            <a:chExt cx="502150" cy="483150"/>
          </a:xfrm>
        </p:grpSpPr>
        <p:sp>
          <p:nvSpPr>
            <p:cNvPr id="11" name="Google Shape;10041;p76">
              <a:extLst>
                <a:ext uri="{FF2B5EF4-FFF2-40B4-BE49-F238E27FC236}">
                  <a16:creationId xmlns:a16="http://schemas.microsoft.com/office/drawing/2014/main" id="{D2FBB107-C6CD-190F-AA6A-07D43CB1EF36}"/>
                </a:ext>
              </a:extLst>
            </p:cNvPr>
            <p:cNvSpPr/>
            <p:nvPr/>
          </p:nvSpPr>
          <p:spPr>
            <a:xfrm>
              <a:off x="2213375" y="2817500"/>
              <a:ext cx="151225" cy="148400"/>
            </a:xfrm>
            <a:custGeom>
              <a:avLst/>
              <a:gdLst/>
              <a:ahLst/>
              <a:cxnLst/>
              <a:rect l="l" t="t" r="r" b="b"/>
              <a:pathLst>
                <a:path w="6049" h="5936" extrusionOk="0">
                  <a:moveTo>
                    <a:pt x="5426" y="0"/>
                  </a:moveTo>
                  <a:cubicBezTo>
                    <a:pt x="5281" y="0"/>
                    <a:pt x="5136" y="56"/>
                    <a:pt x="5025" y="166"/>
                  </a:cubicBezTo>
                  <a:lnTo>
                    <a:pt x="4557" y="634"/>
                  </a:lnTo>
                  <a:cubicBezTo>
                    <a:pt x="4322" y="522"/>
                    <a:pt x="4072" y="468"/>
                    <a:pt x="3825" y="468"/>
                  </a:cubicBezTo>
                  <a:cubicBezTo>
                    <a:pt x="3288" y="468"/>
                    <a:pt x="2764" y="723"/>
                    <a:pt x="2437" y="1186"/>
                  </a:cubicBezTo>
                  <a:cubicBezTo>
                    <a:pt x="1957" y="1863"/>
                    <a:pt x="2038" y="2784"/>
                    <a:pt x="2624" y="3369"/>
                  </a:cubicBezTo>
                  <a:cubicBezTo>
                    <a:pt x="2980" y="3726"/>
                    <a:pt x="2727" y="4336"/>
                    <a:pt x="2223" y="4336"/>
                  </a:cubicBezTo>
                  <a:cubicBezTo>
                    <a:pt x="1718" y="4336"/>
                    <a:pt x="1468" y="3726"/>
                    <a:pt x="1824" y="3369"/>
                  </a:cubicBezTo>
                  <a:cubicBezTo>
                    <a:pt x="2044" y="3149"/>
                    <a:pt x="2044" y="2790"/>
                    <a:pt x="1824" y="2569"/>
                  </a:cubicBezTo>
                  <a:cubicBezTo>
                    <a:pt x="1714" y="2458"/>
                    <a:pt x="1569" y="2402"/>
                    <a:pt x="1424" y="2402"/>
                  </a:cubicBezTo>
                  <a:cubicBezTo>
                    <a:pt x="1279" y="2402"/>
                    <a:pt x="1134" y="2458"/>
                    <a:pt x="1024" y="2569"/>
                  </a:cubicBezTo>
                  <a:cubicBezTo>
                    <a:pt x="514" y="3077"/>
                    <a:pt x="381" y="3853"/>
                    <a:pt x="692" y="4502"/>
                  </a:cubicBezTo>
                  <a:lnTo>
                    <a:pt x="221" y="4970"/>
                  </a:lnTo>
                  <a:cubicBezTo>
                    <a:pt x="0" y="5190"/>
                    <a:pt x="0" y="5549"/>
                    <a:pt x="221" y="5770"/>
                  </a:cubicBezTo>
                  <a:cubicBezTo>
                    <a:pt x="332" y="5880"/>
                    <a:pt x="477" y="5935"/>
                    <a:pt x="622" y="5935"/>
                  </a:cubicBezTo>
                  <a:cubicBezTo>
                    <a:pt x="767" y="5935"/>
                    <a:pt x="912" y="5880"/>
                    <a:pt x="1024" y="5770"/>
                  </a:cubicBezTo>
                  <a:lnTo>
                    <a:pt x="1492" y="5302"/>
                  </a:lnTo>
                  <a:cubicBezTo>
                    <a:pt x="1726" y="5414"/>
                    <a:pt x="1975" y="5467"/>
                    <a:pt x="2220" y="5467"/>
                  </a:cubicBezTo>
                  <a:cubicBezTo>
                    <a:pt x="2758" y="5467"/>
                    <a:pt x="3281" y="5211"/>
                    <a:pt x="3608" y="4749"/>
                  </a:cubicBezTo>
                  <a:cubicBezTo>
                    <a:pt x="4089" y="4073"/>
                    <a:pt x="4010" y="3152"/>
                    <a:pt x="3424" y="2569"/>
                  </a:cubicBezTo>
                  <a:cubicBezTo>
                    <a:pt x="3068" y="2210"/>
                    <a:pt x="3322" y="1600"/>
                    <a:pt x="3826" y="1600"/>
                  </a:cubicBezTo>
                  <a:cubicBezTo>
                    <a:pt x="4330" y="1600"/>
                    <a:pt x="4581" y="2210"/>
                    <a:pt x="4224" y="2569"/>
                  </a:cubicBezTo>
                  <a:cubicBezTo>
                    <a:pt x="4004" y="2790"/>
                    <a:pt x="4004" y="3146"/>
                    <a:pt x="4224" y="3369"/>
                  </a:cubicBezTo>
                  <a:cubicBezTo>
                    <a:pt x="4335" y="3480"/>
                    <a:pt x="4480" y="3535"/>
                    <a:pt x="4624" y="3535"/>
                  </a:cubicBezTo>
                  <a:cubicBezTo>
                    <a:pt x="4769" y="3535"/>
                    <a:pt x="4914" y="3480"/>
                    <a:pt x="5025" y="3369"/>
                  </a:cubicBezTo>
                  <a:cubicBezTo>
                    <a:pt x="5535" y="2859"/>
                    <a:pt x="5668" y="2086"/>
                    <a:pt x="5360" y="1434"/>
                  </a:cubicBezTo>
                  <a:lnTo>
                    <a:pt x="5828" y="966"/>
                  </a:lnTo>
                  <a:cubicBezTo>
                    <a:pt x="6048" y="745"/>
                    <a:pt x="6048" y="386"/>
                    <a:pt x="5828" y="166"/>
                  </a:cubicBezTo>
                  <a:cubicBezTo>
                    <a:pt x="5716" y="56"/>
                    <a:pt x="5571" y="0"/>
                    <a:pt x="54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0042;p76">
              <a:extLst>
                <a:ext uri="{FF2B5EF4-FFF2-40B4-BE49-F238E27FC236}">
                  <a16:creationId xmlns:a16="http://schemas.microsoft.com/office/drawing/2014/main" id="{ABFB19AF-0A56-FEAC-FCA1-0BB559A7402C}"/>
                </a:ext>
              </a:extLst>
            </p:cNvPr>
            <p:cNvSpPr/>
            <p:nvPr/>
          </p:nvSpPr>
          <p:spPr>
            <a:xfrm>
              <a:off x="2333550" y="2737450"/>
              <a:ext cx="51050" cy="48325"/>
            </a:xfrm>
            <a:custGeom>
              <a:avLst/>
              <a:gdLst/>
              <a:ahLst/>
              <a:cxnLst/>
              <a:rect l="l" t="t" r="r" b="b"/>
              <a:pathLst>
                <a:path w="2042" h="1933" extrusionOk="0">
                  <a:moveTo>
                    <a:pt x="619" y="1"/>
                  </a:moveTo>
                  <a:cubicBezTo>
                    <a:pt x="475" y="1"/>
                    <a:pt x="330" y="56"/>
                    <a:pt x="221" y="167"/>
                  </a:cubicBezTo>
                  <a:cubicBezTo>
                    <a:pt x="0" y="388"/>
                    <a:pt x="0" y="747"/>
                    <a:pt x="221" y="967"/>
                  </a:cubicBezTo>
                  <a:lnTo>
                    <a:pt x="1021" y="1767"/>
                  </a:lnTo>
                  <a:cubicBezTo>
                    <a:pt x="1131" y="1878"/>
                    <a:pt x="1276" y="1933"/>
                    <a:pt x="1421" y="1933"/>
                  </a:cubicBezTo>
                  <a:cubicBezTo>
                    <a:pt x="1566" y="1933"/>
                    <a:pt x="1711" y="1878"/>
                    <a:pt x="1821" y="1767"/>
                  </a:cubicBezTo>
                  <a:cubicBezTo>
                    <a:pt x="2041" y="1547"/>
                    <a:pt x="2041" y="1188"/>
                    <a:pt x="1821" y="967"/>
                  </a:cubicBezTo>
                  <a:lnTo>
                    <a:pt x="1021" y="167"/>
                  </a:lnTo>
                  <a:cubicBezTo>
                    <a:pt x="910" y="57"/>
                    <a:pt x="765" y="1"/>
                    <a:pt x="6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10043;p76">
              <a:extLst>
                <a:ext uri="{FF2B5EF4-FFF2-40B4-BE49-F238E27FC236}">
                  <a16:creationId xmlns:a16="http://schemas.microsoft.com/office/drawing/2014/main" id="{D8B8735C-6B15-0EEF-77A9-364B423A52A3}"/>
                </a:ext>
              </a:extLst>
            </p:cNvPr>
            <p:cNvSpPr/>
            <p:nvPr/>
          </p:nvSpPr>
          <p:spPr>
            <a:xfrm>
              <a:off x="2393550" y="2797500"/>
              <a:ext cx="51125" cy="48375"/>
            </a:xfrm>
            <a:custGeom>
              <a:avLst/>
              <a:gdLst/>
              <a:ahLst/>
              <a:cxnLst/>
              <a:rect l="l" t="t" r="r" b="b"/>
              <a:pathLst>
                <a:path w="2045" h="1935" extrusionOk="0">
                  <a:moveTo>
                    <a:pt x="621" y="0"/>
                  </a:moveTo>
                  <a:cubicBezTo>
                    <a:pt x="476" y="0"/>
                    <a:pt x="331" y="55"/>
                    <a:pt x="221" y="166"/>
                  </a:cubicBezTo>
                  <a:cubicBezTo>
                    <a:pt x="1" y="386"/>
                    <a:pt x="1" y="745"/>
                    <a:pt x="221" y="966"/>
                  </a:cubicBezTo>
                  <a:lnTo>
                    <a:pt x="1021" y="1769"/>
                  </a:lnTo>
                  <a:cubicBezTo>
                    <a:pt x="1131" y="1879"/>
                    <a:pt x="1276" y="1934"/>
                    <a:pt x="1421" y="1934"/>
                  </a:cubicBezTo>
                  <a:cubicBezTo>
                    <a:pt x="1566" y="1934"/>
                    <a:pt x="1711" y="1879"/>
                    <a:pt x="1821" y="1769"/>
                  </a:cubicBezTo>
                  <a:cubicBezTo>
                    <a:pt x="2045" y="1545"/>
                    <a:pt x="2042" y="1189"/>
                    <a:pt x="1821" y="966"/>
                  </a:cubicBezTo>
                  <a:lnTo>
                    <a:pt x="1021" y="166"/>
                  </a:lnTo>
                  <a:cubicBezTo>
                    <a:pt x="911" y="55"/>
                    <a:pt x="766" y="0"/>
                    <a:pt x="6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" name="Google Shape;10044;p76">
              <a:extLst>
                <a:ext uri="{FF2B5EF4-FFF2-40B4-BE49-F238E27FC236}">
                  <a16:creationId xmlns:a16="http://schemas.microsoft.com/office/drawing/2014/main" id="{2925AC28-ED57-C927-749B-EEE028000F15}"/>
                </a:ext>
              </a:extLst>
            </p:cNvPr>
            <p:cNvSpPr/>
            <p:nvPr/>
          </p:nvSpPr>
          <p:spPr>
            <a:xfrm>
              <a:off x="2077575" y="2615925"/>
              <a:ext cx="502150" cy="483150"/>
            </a:xfrm>
            <a:custGeom>
              <a:avLst/>
              <a:gdLst/>
              <a:ahLst/>
              <a:cxnLst/>
              <a:rect l="l" t="t" r="r" b="b"/>
              <a:pathLst>
                <a:path w="20086" h="19326" extrusionOk="0">
                  <a:moveTo>
                    <a:pt x="14865" y="4061"/>
                  </a:moveTo>
                  <a:cubicBezTo>
                    <a:pt x="14901" y="4061"/>
                    <a:pt x="14937" y="4064"/>
                    <a:pt x="14974" y="4071"/>
                  </a:cubicBezTo>
                  <a:cubicBezTo>
                    <a:pt x="15239" y="4125"/>
                    <a:pt x="15430" y="4358"/>
                    <a:pt x="15430" y="4627"/>
                  </a:cubicBezTo>
                  <a:cubicBezTo>
                    <a:pt x="15430" y="4778"/>
                    <a:pt x="15369" y="4922"/>
                    <a:pt x="15264" y="5028"/>
                  </a:cubicBezTo>
                  <a:cubicBezTo>
                    <a:pt x="15153" y="5137"/>
                    <a:pt x="15008" y="5194"/>
                    <a:pt x="14862" y="5194"/>
                  </a:cubicBezTo>
                  <a:cubicBezTo>
                    <a:pt x="14753" y="5194"/>
                    <a:pt x="14643" y="5162"/>
                    <a:pt x="14548" y="5098"/>
                  </a:cubicBezTo>
                  <a:cubicBezTo>
                    <a:pt x="14324" y="4947"/>
                    <a:pt x="14237" y="4660"/>
                    <a:pt x="14340" y="4409"/>
                  </a:cubicBezTo>
                  <a:cubicBezTo>
                    <a:pt x="14428" y="4195"/>
                    <a:pt x="14638" y="4061"/>
                    <a:pt x="14865" y="4061"/>
                  </a:cubicBezTo>
                  <a:close/>
                  <a:moveTo>
                    <a:pt x="13258" y="1136"/>
                  </a:moveTo>
                  <a:cubicBezTo>
                    <a:pt x="14386" y="1136"/>
                    <a:pt x="15514" y="1507"/>
                    <a:pt x="16441" y="2247"/>
                  </a:cubicBezTo>
                  <a:lnTo>
                    <a:pt x="15593" y="3096"/>
                  </a:lnTo>
                  <a:cubicBezTo>
                    <a:pt x="15349" y="2979"/>
                    <a:pt x="15100" y="2926"/>
                    <a:pt x="14858" y="2926"/>
                  </a:cubicBezTo>
                  <a:cubicBezTo>
                    <a:pt x="13865" y="2926"/>
                    <a:pt x="12999" y="3824"/>
                    <a:pt x="13186" y="4916"/>
                  </a:cubicBezTo>
                  <a:cubicBezTo>
                    <a:pt x="13295" y="5541"/>
                    <a:pt x="13742" y="6055"/>
                    <a:pt x="14346" y="6248"/>
                  </a:cubicBezTo>
                  <a:cubicBezTo>
                    <a:pt x="14514" y="6301"/>
                    <a:pt x="14688" y="6327"/>
                    <a:pt x="14859" y="6327"/>
                  </a:cubicBezTo>
                  <a:cubicBezTo>
                    <a:pt x="15304" y="6327"/>
                    <a:pt x="15739" y="6153"/>
                    <a:pt x="16064" y="5828"/>
                  </a:cubicBezTo>
                  <a:cubicBezTo>
                    <a:pt x="16571" y="5321"/>
                    <a:pt x="16704" y="4545"/>
                    <a:pt x="16396" y="3896"/>
                  </a:cubicBezTo>
                  <a:lnTo>
                    <a:pt x="17241" y="3050"/>
                  </a:lnTo>
                  <a:lnTo>
                    <a:pt x="17241" y="3050"/>
                  </a:lnTo>
                  <a:cubicBezTo>
                    <a:pt x="18842" y="5046"/>
                    <a:pt x="18715" y="7981"/>
                    <a:pt x="16864" y="9832"/>
                  </a:cubicBezTo>
                  <a:lnTo>
                    <a:pt x="16462" y="10231"/>
                  </a:lnTo>
                  <a:lnTo>
                    <a:pt x="16064" y="9832"/>
                  </a:lnTo>
                  <a:cubicBezTo>
                    <a:pt x="15952" y="9722"/>
                    <a:pt x="15806" y="9666"/>
                    <a:pt x="15661" y="9666"/>
                  </a:cubicBezTo>
                  <a:cubicBezTo>
                    <a:pt x="15516" y="9666"/>
                    <a:pt x="15372" y="9721"/>
                    <a:pt x="15261" y="9832"/>
                  </a:cubicBezTo>
                  <a:cubicBezTo>
                    <a:pt x="15040" y="10053"/>
                    <a:pt x="15040" y="10412"/>
                    <a:pt x="15261" y="10632"/>
                  </a:cubicBezTo>
                  <a:lnTo>
                    <a:pt x="15662" y="11034"/>
                  </a:lnTo>
                  <a:lnTo>
                    <a:pt x="8666" y="18027"/>
                  </a:lnTo>
                  <a:cubicBezTo>
                    <a:pt x="8556" y="18137"/>
                    <a:pt x="8411" y="18192"/>
                    <a:pt x="8266" y="18192"/>
                  </a:cubicBezTo>
                  <a:cubicBezTo>
                    <a:pt x="8121" y="18192"/>
                    <a:pt x="7976" y="18137"/>
                    <a:pt x="7866" y="18027"/>
                  </a:cubicBezTo>
                  <a:lnTo>
                    <a:pt x="1462" y="11623"/>
                  </a:lnTo>
                  <a:cubicBezTo>
                    <a:pt x="1241" y="11402"/>
                    <a:pt x="1241" y="11043"/>
                    <a:pt x="1462" y="10822"/>
                  </a:cubicBezTo>
                  <a:lnTo>
                    <a:pt x="8458" y="3826"/>
                  </a:lnTo>
                  <a:lnTo>
                    <a:pt x="8856" y="4228"/>
                  </a:lnTo>
                  <a:cubicBezTo>
                    <a:pt x="8966" y="4338"/>
                    <a:pt x="9111" y="4393"/>
                    <a:pt x="9256" y="4393"/>
                  </a:cubicBezTo>
                  <a:cubicBezTo>
                    <a:pt x="9401" y="4393"/>
                    <a:pt x="9546" y="4338"/>
                    <a:pt x="9656" y="4228"/>
                  </a:cubicBezTo>
                  <a:cubicBezTo>
                    <a:pt x="9880" y="4005"/>
                    <a:pt x="9877" y="3648"/>
                    <a:pt x="9656" y="3425"/>
                  </a:cubicBezTo>
                  <a:lnTo>
                    <a:pt x="9258" y="3026"/>
                  </a:lnTo>
                  <a:lnTo>
                    <a:pt x="9656" y="2625"/>
                  </a:lnTo>
                  <a:cubicBezTo>
                    <a:pt x="10649" y="1632"/>
                    <a:pt x="11954" y="1136"/>
                    <a:pt x="13258" y="1136"/>
                  </a:cubicBezTo>
                  <a:close/>
                  <a:moveTo>
                    <a:pt x="13261" y="1"/>
                  </a:moveTo>
                  <a:cubicBezTo>
                    <a:pt x="11661" y="1"/>
                    <a:pt x="10066" y="615"/>
                    <a:pt x="8856" y="1825"/>
                  </a:cubicBezTo>
                  <a:lnTo>
                    <a:pt x="8056" y="2625"/>
                  </a:lnTo>
                  <a:lnTo>
                    <a:pt x="661" y="10019"/>
                  </a:lnTo>
                  <a:cubicBezTo>
                    <a:pt x="0" y="10684"/>
                    <a:pt x="0" y="11759"/>
                    <a:pt x="661" y="12423"/>
                  </a:cubicBezTo>
                  <a:lnTo>
                    <a:pt x="7066" y="18827"/>
                  </a:lnTo>
                  <a:cubicBezTo>
                    <a:pt x="7398" y="19159"/>
                    <a:pt x="7833" y="19325"/>
                    <a:pt x="8267" y="19325"/>
                  </a:cubicBezTo>
                  <a:cubicBezTo>
                    <a:pt x="8702" y="19325"/>
                    <a:pt x="9137" y="19159"/>
                    <a:pt x="9469" y="18827"/>
                  </a:cubicBezTo>
                  <a:lnTo>
                    <a:pt x="17664" y="10632"/>
                  </a:lnTo>
                  <a:cubicBezTo>
                    <a:pt x="19956" y="8337"/>
                    <a:pt x="20086" y="4687"/>
                    <a:pt x="18044" y="2244"/>
                  </a:cubicBezTo>
                  <a:lnTo>
                    <a:pt x="19264" y="1024"/>
                  </a:lnTo>
                  <a:cubicBezTo>
                    <a:pt x="19485" y="804"/>
                    <a:pt x="19485" y="445"/>
                    <a:pt x="19264" y="224"/>
                  </a:cubicBezTo>
                  <a:cubicBezTo>
                    <a:pt x="19154" y="114"/>
                    <a:pt x="19009" y="59"/>
                    <a:pt x="18864" y="59"/>
                  </a:cubicBezTo>
                  <a:cubicBezTo>
                    <a:pt x="18719" y="59"/>
                    <a:pt x="18574" y="114"/>
                    <a:pt x="18464" y="224"/>
                  </a:cubicBezTo>
                  <a:lnTo>
                    <a:pt x="17244" y="1444"/>
                  </a:lnTo>
                  <a:cubicBezTo>
                    <a:pt x="16086" y="478"/>
                    <a:pt x="14671" y="1"/>
                    <a:pt x="13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6532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B2DFEDF-9D03-5CD0-A68D-7CD2B94A3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22" y="516691"/>
            <a:ext cx="7574845" cy="411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328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E62521D-657E-2A63-0AD7-2CB2B0F2D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43" y="762456"/>
            <a:ext cx="7974569" cy="378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09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0B72392-694F-DCB5-22FC-FF0B1854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6" y="614654"/>
            <a:ext cx="7653867" cy="39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56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63"/>
          <p:cNvSpPr txBox="1">
            <a:spLocks noGrp="1"/>
          </p:cNvSpPr>
          <p:nvPr>
            <p:ph type="ctrTitle"/>
          </p:nvPr>
        </p:nvSpPr>
        <p:spPr>
          <a:xfrm>
            <a:off x="2111281" y="611375"/>
            <a:ext cx="5368500" cy="10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OBRIGADO!</a:t>
            </a:r>
            <a:endParaRPr dirty="0"/>
          </a:p>
        </p:txBody>
      </p:sp>
      <p:sp>
        <p:nvSpPr>
          <p:cNvPr id="1601" name="Google Shape;1601;p63"/>
          <p:cNvSpPr txBox="1">
            <a:spLocks noGrp="1"/>
          </p:cNvSpPr>
          <p:nvPr>
            <p:ph type="subTitle" idx="1"/>
          </p:nvPr>
        </p:nvSpPr>
        <p:spPr>
          <a:xfrm>
            <a:off x="3104234" y="2141969"/>
            <a:ext cx="3477187" cy="17414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Transformando linhas de código em soluções inovadoras, minha experiência e dedicação garantem a entrega eficiente de projetos que superam expectativas.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Gustavo Lopes</a:t>
            </a:r>
            <a:endParaRPr dirty="0"/>
          </a:p>
        </p:txBody>
      </p:sp>
      <p:grpSp>
        <p:nvGrpSpPr>
          <p:cNvPr id="1609" name="Google Shape;1609;p63"/>
          <p:cNvGrpSpPr/>
          <p:nvPr/>
        </p:nvGrpSpPr>
        <p:grpSpPr>
          <a:xfrm>
            <a:off x="4448594" y="1637149"/>
            <a:ext cx="407391" cy="407391"/>
            <a:chOff x="1323129" y="2571761"/>
            <a:chExt cx="417024" cy="417024"/>
          </a:xfrm>
        </p:grpSpPr>
        <p:sp>
          <p:nvSpPr>
            <p:cNvPr id="1610" name="Google Shape;1610;p63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63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63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63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4" name="Google Shape;1614;p63"/>
          <p:cNvSpPr/>
          <p:nvPr/>
        </p:nvSpPr>
        <p:spPr>
          <a:xfrm>
            <a:off x="11865675" y="1028350"/>
            <a:ext cx="40050" cy="12525"/>
          </a:xfrm>
          <a:custGeom>
            <a:avLst/>
            <a:gdLst/>
            <a:ahLst/>
            <a:cxnLst/>
            <a:rect l="l" t="t" r="r" b="b"/>
            <a:pathLst>
              <a:path w="1602" h="501" extrusionOk="0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942E7E-DC26-AF65-B577-3D25931C0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81" y="4079687"/>
            <a:ext cx="5055063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64134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536</Words>
  <Application>Microsoft Office PowerPoint</Application>
  <PresentationFormat>Apresentação na tela (16:9)</PresentationFormat>
  <Paragraphs>52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Arial</vt:lpstr>
      <vt:lpstr>Oswald</vt:lpstr>
      <vt:lpstr>Roboto</vt:lpstr>
      <vt:lpstr>Roboto Condensed Light</vt:lpstr>
      <vt:lpstr>Raleway</vt:lpstr>
      <vt:lpstr>Livvic</vt:lpstr>
      <vt:lpstr>Software Development Bussines Plan by Slidesgo</vt:lpstr>
      <vt:lpstr>Gustavo Lopes </vt:lpstr>
      <vt:lpstr>01</vt:lpstr>
      <vt:lpstr>SOBRE MIM </vt:lpstr>
      <vt:lpstr>02</vt:lpstr>
      <vt:lpstr>SKILLS</vt:lpstr>
      <vt:lpstr>PADRÕES DE CODIFICAÇÃO</vt:lpstr>
      <vt:lpstr>PADRÕES DE CODIFICAÇÃO</vt:lpstr>
      <vt:lpstr>03</vt:lpstr>
      <vt:lpstr>PROJETOS</vt:lpstr>
      <vt:lpstr>Gestão de Investimentos</vt:lpstr>
      <vt:lpstr>Gestão de Investimentos</vt:lpstr>
      <vt:lpstr>Apresentação do PowerPoint</vt:lpstr>
      <vt:lpstr>Apresentação do PowerPoint</vt:lpstr>
      <vt:lpstr>Apresentação do PowerPoint</vt:lpstr>
      <vt:lpstr>Apresentação do PowerPoint</vt:lpstr>
      <vt:lpstr>Painel Trade</vt:lpstr>
      <vt:lpstr>Painel Trade</vt:lpstr>
      <vt:lpstr>Apresentação do PowerPoint</vt:lpstr>
      <vt:lpstr>Apresentação do PowerPoint</vt:lpstr>
      <vt:lpstr>Apresentação do PowerPoint</vt:lpstr>
      <vt:lpstr>Apresentação do PowerPoint</vt:lpstr>
      <vt:lpstr>TVMed Gateway</vt:lpstr>
      <vt:lpstr>TVMed Gateway</vt:lpstr>
      <vt:lpstr>Apresentação do PowerPoint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Gustavo Lopes</dc:title>
  <dc:creator>Gustavo Lopes</dc:creator>
  <cp:lastModifiedBy>Gustavo Lopes</cp:lastModifiedBy>
  <cp:revision>4</cp:revision>
  <dcterms:modified xsi:type="dcterms:W3CDTF">2024-04-27T21:31:49Z</dcterms:modified>
</cp:coreProperties>
</file>